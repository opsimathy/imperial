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5611-C21F-884D-C74E-9C674BAF4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321F0-E99B-BBF9-7CE7-CAFE4C109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8A51C-9DD2-408A-AAD6-95FCBE5F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B9DA4-816F-6554-E6D4-ABFEBF4A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A5F5-378C-1089-62B2-0E82C429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73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DE17-358A-CA7E-3FB0-4B85FCDD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4058B-6986-3763-20CC-8C6CB251A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237D4-5E35-9A06-73CC-0549B7E6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82F7-6E82-451A-2C47-2C151332E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3388D-F89E-DC75-516E-150C66B1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00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D0EFB-DF20-96A7-CD72-CC81C9C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155E8-98A6-7097-E842-B301724E1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32C0-2F0D-9C8D-A564-66D7D525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1BD59-3C1E-2658-364F-475709DE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5ABD5-BB9D-1ACC-7739-E31EBD8F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93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E2B90-E81D-AF81-E3E5-BB885E573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7B7A7-370F-CABE-D303-158323698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5EB65-4C1D-5A80-C683-552386B62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B487B-588A-11CC-DCD4-7BD930B3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47ED3-974C-CCEA-3F3B-6A3E2A78D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E495D-C599-6A46-88E5-841916C9D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42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E921-9FCF-D8C8-F8D6-2DAE6DE9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69AFF-A5B4-A8B9-A41B-CCDD0C681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0F520-AB93-75B1-1F96-0DE894482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9DE43-F8E4-F07C-46BA-FB4649BC8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7CE49D-BB51-9CDB-1640-CFF0739C7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55A47-7D35-41AF-CACE-F89C9F31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7CB42-E639-E03B-E50E-9872ED16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529F9-D626-7DE4-3969-E377CF30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8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861A-D8B2-42DF-6BD7-3DA40652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BC17E-86CB-7077-BF7A-791D5AA69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A1888-7AD7-2A8D-5477-8AA04C5C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911E1-B647-D615-7FDC-486D5DC5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36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15C7E-37E4-57E1-F173-6C92A552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D0E9D-C15F-467D-2C9A-B7066811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FCCAE-910F-67BE-4180-74B45C8E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3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8F4C-3447-263B-EE4F-3DCB46ACA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A712A-DE0B-9F4E-8E27-E7D649F80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3EFB4-F25B-51BD-FE97-8366B3F4A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9E372-BD50-A6ED-AEE6-A4313361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2385E-5E2B-F262-85FD-559768F4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3E20C-BADC-FB33-D812-51903342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1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BF33A-EE09-9A51-D91D-2784D1BC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EE933-E3EA-12E5-9420-F8CD55AF8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FCB7E-5DC5-FA50-BD60-3C6187FCC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268F3-F04E-5CD4-D6F2-E5EC844EA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9F9E7-AAF5-B6AC-77B0-C1C55655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BF851-AB91-CBC6-92B5-99D9472A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37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953D-B039-BF7F-5A0F-3CEB148A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68295-E16F-6BBF-9623-E11C8B29D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6FCCB-E3FE-87ED-6861-6108055F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943CA-5F36-621B-9430-1EC562E4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A2285-A1DE-1BB7-8490-10968E50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0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A49E9-0128-9355-ED71-1EE2F54F4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7C5A8-42A4-9F10-65AB-896A19B33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6CA2F-42C9-9806-72DA-E0BAD62B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8A819-41ED-155F-7311-53000B2D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6EAEC-2C80-A15E-F1DF-D71A70DB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6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9DD18-83C9-DEA1-168E-F756A211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56326-E40D-1EB1-1DC7-9EEA4BC42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40806-58B1-E31B-27BC-29C837BF5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BF3B6-D85F-4A64-A012-B11BB286B148}" type="datetimeFigureOut">
              <a:rPr lang="en-GB" smtClean="0"/>
              <a:t>27/02/2023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5DAB2-393A-B2DB-B37E-A0FF46EFA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692A7-028B-9763-6F8E-9BF0D11BF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04F57-F118-4C7F-8784-1994DA286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33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2AF9F631-B9E9-5DC0-6B72-E25E1588F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315369"/>
            <a:ext cx="4572000" cy="3371850"/>
          </a:xfrm>
        </p:spPr>
      </p:pic>
    </p:spTree>
    <p:extLst>
      <p:ext uri="{BB962C8B-B14F-4D97-AF65-F5344CB8AC3E}">
        <p14:creationId xmlns:p14="http://schemas.microsoft.com/office/powerpoint/2010/main" val="308269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7" name="Content Placeholder 6" descr="Diagram, engineering drawing&#10;&#10;Description automatically generated with medium confidence">
            <a:extLst>
              <a:ext uri="{FF2B5EF4-FFF2-40B4-BE49-F238E27FC236}">
                <a16:creationId xmlns:a16="http://schemas.microsoft.com/office/drawing/2014/main" id="{E49F06A4-1E4E-3834-8773-D8F684A38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315369"/>
            <a:ext cx="4572000" cy="3371850"/>
          </a:xfrm>
        </p:spPr>
      </p:pic>
    </p:spTree>
    <p:extLst>
      <p:ext uri="{BB962C8B-B14F-4D97-AF65-F5344CB8AC3E}">
        <p14:creationId xmlns:p14="http://schemas.microsoft.com/office/powerpoint/2010/main" val="2022406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1C87819C-C42B-B3C2-CC20-70172D50B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048794"/>
            <a:ext cx="4572000" cy="1905000"/>
          </a:xfrm>
        </p:spPr>
      </p:pic>
    </p:spTree>
    <p:extLst>
      <p:ext uri="{BB962C8B-B14F-4D97-AF65-F5344CB8AC3E}">
        <p14:creationId xmlns:p14="http://schemas.microsoft.com/office/powerpoint/2010/main" val="187308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E0BD50A7-129E-5255-85DC-2771F0114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048794"/>
            <a:ext cx="4572000" cy="1905000"/>
          </a:xfrm>
        </p:spPr>
      </p:pic>
    </p:spTree>
    <p:extLst>
      <p:ext uri="{BB962C8B-B14F-4D97-AF65-F5344CB8AC3E}">
        <p14:creationId xmlns:p14="http://schemas.microsoft.com/office/powerpoint/2010/main" val="121597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7CF87350-ED75-7546-A256-23261DE9A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048794"/>
            <a:ext cx="4572000" cy="1905000"/>
          </a:xfrm>
        </p:spPr>
      </p:pic>
    </p:spTree>
    <p:extLst>
      <p:ext uri="{BB962C8B-B14F-4D97-AF65-F5344CB8AC3E}">
        <p14:creationId xmlns:p14="http://schemas.microsoft.com/office/powerpoint/2010/main" val="278809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7" name="Content Placeholder 6" descr="Diagram, engineering drawing&#10;&#10;Description automatically generated with medium confidence">
            <a:extLst>
              <a:ext uri="{FF2B5EF4-FFF2-40B4-BE49-F238E27FC236}">
                <a16:creationId xmlns:a16="http://schemas.microsoft.com/office/drawing/2014/main" id="{E49F06A4-1E4E-3834-8773-D8F684A38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315369"/>
            <a:ext cx="4572000" cy="3371850"/>
          </a:xfrm>
        </p:spPr>
      </p:pic>
    </p:spTree>
    <p:extLst>
      <p:ext uri="{BB962C8B-B14F-4D97-AF65-F5344CB8AC3E}">
        <p14:creationId xmlns:p14="http://schemas.microsoft.com/office/powerpoint/2010/main" val="144005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7" name="Content Placeholder 6" descr="A picture containing text, white&#10;&#10;Description automatically generated">
            <a:extLst>
              <a:ext uri="{FF2B5EF4-FFF2-40B4-BE49-F238E27FC236}">
                <a16:creationId xmlns:a16="http://schemas.microsoft.com/office/drawing/2014/main" id="{8D9F0A08-AF24-1A5F-CF94-E5FEB9873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19486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p:pic>
        <p:nvPicPr>
          <p:cNvPr id="7" name="Content Placeholder 6" descr="A picture containing chart&#10;&#10;Description automatically generated">
            <a:extLst>
              <a:ext uri="{FF2B5EF4-FFF2-40B4-BE49-F238E27FC236}">
                <a16:creationId xmlns:a16="http://schemas.microsoft.com/office/drawing/2014/main" id="{8546304A-A23F-1C8A-A3D6-8A9216F16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443473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4E9F-EAD1-254D-9C50-C7548F0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Torus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CD1C065-96FF-598A-E753-52FE73201D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CD1C065-96FF-598A-E753-52FE73201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8718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B60E8E1E-EE3A-1495-0B5D-D6EDEE041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48096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Chart, histogram&#10;&#10;Description automatically generated">
            <a:extLst>
              <a:ext uri="{FF2B5EF4-FFF2-40B4-BE49-F238E27FC236}">
                <a16:creationId xmlns:a16="http://schemas.microsoft.com/office/drawing/2014/main" id="{A4534E4B-E370-E8FE-4F4C-7B35462B9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250099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Chart&#10;&#10;Description automatically generated with medium confidence">
            <a:extLst>
              <a:ext uri="{FF2B5EF4-FFF2-40B4-BE49-F238E27FC236}">
                <a16:creationId xmlns:a16="http://schemas.microsoft.com/office/drawing/2014/main" id="{53998865-DF77-5E39-8573-A4DCDF798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3219795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5235EFDF-B3E8-8E58-979D-E520A30BF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3562467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75FB38-61C5-6423-C892-10A7612B0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1638803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9" name="Content Placeholder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052774AC-A359-6FDB-612A-BEC2759AB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2810763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9" name="Content Placeholder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30EDD2D1-8E69-57D4-C91A-777319E77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138707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BBCDBEE9-EE0D-78F2-E527-C703FAE6A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1014801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B9872DCC-8B08-59BA-6A8F-2D2AF4580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3201613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9" name="Content Placeholder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60AD1059-5526-BD4E-1EBB-EFE498A15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922176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E3D4E0F2-8253-1F19-A06F-C6F1E3B66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3174830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B6CB1C1-8A4C-62F3-FCB4-352D49812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934210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07AB9F-8A25-7BE6-D545-C4F683C19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249" y="1825625"/>
            <a:ext cx="347502" cy="4351338"/>
          </a:xfrm>
        </p:spPr>
      </p:pic>
    </p:spTree>
    <p:extLst>
      <p:ext uri="{BB962C8B-B14F-4D97-AF65-F5344CB8AC3E}">
        <p14:creationId xmlns:p14="http://schemas.microsoft.com/office/powerpoint/2010/main" val="3354272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FA7B60-D0B2-0F08-9DD5-1AAE91483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249" y="1825625"/>
            <a:ext cx="347502" cy="4351338"/>
          </a:xfrm>
        </p:spPr>
      </p:pic>
    </p:spTree>
    <p:extLst>
      <p:ext uri="{BB962C8B-B14F-4D97-AF65-F5344CB8AC3E}">
        <p14:creationId xmlns:p14="http://schemas.microsoft.com/office/powerpoint/2010/main" val="154971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22E199-B04F-BC3B-48DC-7D11A772A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249" y="1825625"/>
            <a:ext cx="347502" cy="4351338"/>
          </a:xfrm>
        </p:spPr>
      </p:pic>
    </p:spTree>
    <p:extLst>
      <p:ext uri="{BB962C8B-B14F-4D97-AF65-F5344CB8AC3E}">
        <p14:creationId xmlns:p14="http://schemas.microsoft.com/office/powerpoint/2010/main" val="3736314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B60E8E1E-EE3A-1495-0B5D-D6EDEE041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2026681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Chart, histogram&#10;&#10;Description automatically generated">
            <a:extLst>
              <a:ext uri="{FF2B5EF4-FFF2-40B4-BE49-F238E27FC236}">
                <a16:creationId xmlns:a16="http://schemas.microsoft.com/office/drawing/2014/main" id="{A4534E4B-E370-E8FE-4F4C-7B35462B9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4154542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Chart&#10;&#10;Description automatically generated with medium confidence">
            <a:extLst>
              <a:ext uri="{FF2B5EF4-FFF2-40B4-BE49-F238E27FC236}">
                <a16:creationId xmlns:a16="http://schemas.microsoft.com/office/drawing/2014/main" id="{53998865-DF77-5E39-8573-A4DCDF798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3625894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5235EFDF-B3E8-8E58-979D-E520A30BF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031" y="1825625"/>
            <a:ext cx="1865938" cy="4351338"/>
          </a:xfrm>
        </p:spPr>
      </p:pic>
    </p:spTree>
    <p:extLst>
      <p:ext uri="{BB962C8B-B14F-4D97-AF65-F5344CB8AC3E}">
        <p14:creationId xmlns:p14="http://schemas.microsoft.com/office/powerpoint/2010/main" val="1569442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Chart, shape&#10;&#10;Description automatically generated">
            <a:extLst>
              <a:ext uri="{FF2B5EF4-FFF2-40B4-BE49-F238E27FC236}">
                <a16:creationId xmlns:a16="http://schemas.microsoft.com/office/drawing/2014/main" id="{B344F6C9-3305-B55F-37B3-26B315D77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942" y="1825625"/>
            <a:ext cx="3626115" cy="4351338"/>
          </a:xfrm>
        </p:spPr>
      </p:pic>
    </p:spTree>
    <p:extLst>
      <p:ext uri="{BB962C8B-B14F-4D97-AF65-F5344CB8AC3E}">
        <p14:creationId xmlns:p14="http://schemas.microsoft.com/office/powerpoint/2010/main" val="2198374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11" name="Content Placeholder 10" descr="Shape, rectangle&#10;&#10;Description automatically generated">
            <a:extLst>
              <a:ext uri="{FF2B5EF4-FFF2-40B4-BE49-F238E27FC236}">
                <a16:creationId xmlns:a16="http://schemas.microsoft.com/office/drawing/2014/main" id="{BC65C00E-9288-1748-6B0C-18F388BFC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11994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10" name="Content Placeholder 9" descr="Shape, rectangle&#10;&#10;Description automatically generated">
            <a:extLst>
              <a:ext uri="{FF2B5EF4-FFF2-40B4-BE49-F238E27FC236}">
                <a16:creationId xmlns:a16="http://schemas.microsoft.com/office/drawing/2014/main" id="{60FAB436-68CA-2D1F-3EAB-B26C89C19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593468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Shape, rectangle&#10;&#10;Description automatically generated">
            <a:extLst>
              <a:ext uri="{FF2B5EF4-FFF2-40B4-BE49-F238E27FC236}">
                <a16:creationId xmlns:a16="http://schemas.microsoft.com/office/drawing/2014/main" id="{FD87C7C7-D181-AD95-77E5-5D9F67B87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510873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7" name="Content Placeholder 6" descr="A picture containing rectangle&#10;&#10;Description automatically generated">
            <a:extLst>
              <a:ext uri="{FF2B5EF4-FFF2-40B4-BE49-F238E27FC236}">
                <a16:creationId xmlns:a16="http://schemas.microsoft.com/office/drawing/2014/main" id="{C92B4C9E-504B-D424-E74B-F9D01BF66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840470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07DF434D-95C0-B644-A726-8B33E319E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37501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23" name="Content Placeholder 22" descr="A picture containing table&#10;&#10;Description automatically generated">
            <a:extLst>
              <a:ext uri="{FF2B5EF4-FFF2-40B4-BE49-F238E27FC236}">
                <a16:creationId xmlns:a16="http://schemas.microsoft.com/office/drawing/2014/main" id="{F9D24BC8-5D74-7523-88D1-55AA2EF73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16698661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16780147-E098-A4BA-9D1B-08A4F99BE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31500748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D61973F5-F0D8-1AA0-51E7-308FF5E88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1459470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BD8822E4-AF21-5CB0-69B1-B2111C9EE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17499060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4DA6F5C0-C1C6-CD0F-6A52-83616DD53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2338969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Bar chart&#10;&#10;Description automatically generated with medium confidence">
            <a:extLst>
              <a:ext uri="{FF2B5EF4-FFF2-40B4-BE49-F238E27FC236}">
                <a16:creationId xmlns:a16="http://schemas.microsoft.com/office/drawing/2014/main" id="{AB1328F7-EC2A-C347-CAAD-5C1B8306F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3874146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282938F-68D5-B11A-944F-B5D6FC3F2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390431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p:pic>
        <p:nvPicPr>
          <p:cNvPr id="6" name="Content Placeholder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69530B62-9D7A-9911-A00A-01D2C2134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86" y="1825625"/>
            <a:ext cx="1420228" cy="4351338"/>
          </a:xfrm>
        </p:spPr>
      </p:pic>
    </p:spTree>
    <p:extLst>
      <p:ext uri="{BB962C8B-B14F-4D97-AF65-F5344CB8AC3E}">
        <p14:creationId xmlns:p14="http://schemas.microsoft.com/office/powerpoint/2010/main" val="5575551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4F79BAB-DC41-6529-F47F-24F09962B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sequence that starts with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GB" dirty="0"/>
                  <a:t>, and is followed by the elements of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“Naturally” recursive idea.</a:t>
                </a:r>
              </a:p>
              <a:p>
                <a:pPr marL="0" indent="0">
                  <a:buNone/>
                </a:pPr>
                <a:r>
                  <a:rPr lang="en-GB" dirty="0"/>
                  <a:t>Nonetheless, I’ve implemented it as a loop.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4F79BAB-DC41-6529-F47F-24F09962B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072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E3A-916D-2CC0-BE98-CC4237A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Continued Fraction in reverse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4F79BAB-DC41-6529-F47F-24F09962B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𝑠𝑒𝑞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first element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𝑠𝑒𝑞</m:t>
                    </m:r>
                  </m:oMath>
                </a14:m>
                <a:r>
                  <a:rPr lang="en-GB" dirty="0"/>
                  <a:t>, added to the reciprocal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 of the rest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𝑠𝑒𝑞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Also “naturally” recursive.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Let’s do this one recursively.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4F79BAB-DC41-6529-F47F-24F09962B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03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166</Words>
  <Application>Microsoft Office PowerPoint</Application>
  <PresentationFormat>Widescreen</PresentationFormat>
  <Paragraphs>60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Office Theme</vt:lpstr>
      <vt:lpstr>Torus</vt:lpstr>
      <vt:lpstr>Torus</vt:lpstr>
      <vt:lpstr>Torus</vt:lpstr>
      <vt:lpstr>Torus</vt:lpstr>
      <vt:lpstr>Torus</vt:lpstr>
      <vt:lpstr>Torus</vt:lpstr>
      <vt:lpstr>Torus</vt:lpstr>
      <vt:lpstr>Torus</vt:lpstr>
      <vt:lpstr>Torus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</vt:lpstr>
      <vt:lpstr>Continued Fraction in reverse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Torus</dc:title>
  <dc:creator>Ramsden, Phil</dc:creator>
  <cp:lastModifiedBy>Ramsden, Phil</cp:lastModifiedBy>
  <cp:revision>3</cp:revision>
  <dcterms:created xsi:type="dcterms:W3CDTF">2023-02-27T15:55:06Z</dcterms:created>
  <dcterms:modified xsi:type="dcterms:W3CDTF">2023-02-27T17:43:32Z</dcterms:modified>
</cp:coreProperties>
</file>