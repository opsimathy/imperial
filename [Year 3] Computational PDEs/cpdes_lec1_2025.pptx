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gif" ContentType="image/gif"/>
  <Default Extension="jpeg" ContentType="image/jpeg"/>
  <Default Extension="jpg" ContentType="image/jpeg"/>
  <Default Extension="mp4" ContentType="video/mp4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ink/ink1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95" r:id="rId2"/>
    <p:sldId id="300" r:id="rId3"/>
    <p:sldId id="302" r:id="rId4"/>
    <p:sldId id="313" r:id="rId5"/>
    <p:sldId id="270" r:id="rId6"/>
    <p:sldId id="301" r:id="rId7"/>
    <p:sldId id="303" r:id="rId8"/>
    <p:sldId id="304" r:id="rId9"/>
    <p:sldId id="299" r:id="rId10"/>
    <p:sldId id="312" r:id="rId11"/>
    <p:sldId id="311" r:id="rId12"/>
    <p:sldId id="307" r:id="rId13"/>
    <p:sldId id="306" r:id="rId14"/>
    <p:sldId id="305" r:id="rId15"/>
    <p:sldId id="308" r:id="rId16"/>
    <p:sldId id="309" r:id="rId17"/>
    <p:sldId id="272" r:id="rId18"/>
    <p:sldId id="274" r:id="rId19"/>
    <p:sldId id="271" r:id="rId20"/>
    <p:sldId id="273" r:id="rId21"/>
    <p:sldId id="259" r:id="rId22"/>
    <p:sldId id="257" r:id="rId23"/>
    <p:sldId id="260" r:id="rId24"/>
    <p:sldId id="261" r:id="rId25"/>
    <p:sldId id="292" r:id="rId26"/>
    <p:sldId id="262" r:id="rId27"/>
    <p:sldId id="263" r:id="rId28"/>
    <p:sldId id="277" r:id="rId29"/>
    <p:sldId id="269" r:id="rId30"/>
    <p:sldId id="287" r:id="rId31"/>
  </p:sldIdLst>
  <p:sldSz cx="12192000" cy="6858000"/>
  <p:notesSz cx="7099300" cy="102235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2" pos="7219" userDrawn="1">
          <p15:clr>
            <a:srgbClr val="A4A3A4"/>
          </p15:clr>
        </p15:guide>
        <p15:guide id="3" orient="horz" pos="4133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0031" autoAdjust="0"/>
    <p:restoredTop sz="94660"/>
  </p:normalViewPr>
  <p:slideViewPr>
    <p:cSldViewPr snapToGrid="0" showGuides="1">
      <p:cViewPr varScale="1">
        <p:scale>
          <a:sx n="79" d="100"/>
          <a:sy n="79" d="100"/>
        </p:scale>
        <p:origin x="91" y="595"/>
      </p:cViewPr>
      <p:guideLst>
        <p:guide pos="7219"/>
        <p:guide orient="horz" pos="4133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ableStyles" Target="tableStyles.xml"/><Relationship Id="rId8" Type="http://schemas.openxmlformats.org/officeDocument/2006/relationships/slide" Target="slides/slide7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4095" units="cm"/>
          <inkml:channel name="T" type="integer" max="2.14748E9" units="dev"/>
        </inkml:traceFormat>
        <inkml:channelProperties>
          <inkml:channelProperty channel="X" name="resolution" value="1516.99072" units="1/cm"/>
          <inkml:channelProperty channel="Y" name="resolution" value="2427.18506" units="1/cm"/>
          <inkml:channelProperty channel="F" name="resolution" value="11.375" units="1/cm"/>
          <inkml:channelProperty channel="T" name="resolution" value="1" units="1/dev"/>
        </inkml:channelProperties>
      </inkml:inkSource>
      <inkml:timestamp xml:id="ts0" timeString="2021-01-15T03:12:52.948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9728 11319 506 0,'0'0'102'0,"0"0"-78"15,0 0-24-15,-16 18-32 16,16-13-27-16,0-1-109 0</inkml:trace>
  <inkml:trace contextRef="#ctx0" brushRef="#br0" timeOffset="2433.13">5096 7253 392 0,'0'0'625'0,"0"0"-501"15,0 0-49-15,0 0 17 16,0 0 21-16,0 0-19 0,0 0-47 15,0-8-11-15,0 8-17 16,-1 0 3-16,1 0 1 16,0 0-13-16,-2 0-2 15,1 0-8-15,-1 0 1 16,1 0 0-16,-1 0-1 15,2 2-8-15,0 0-5 16,0 1-12-16,0-2 9 16,0 0-3-16,0-1-7 15,0 0 10-15,0 0-9 16,2 0-3-16,-1 0 12 15,-1 0 4-15,0 0 12 16,0 0 11-16,0 0 0 0,0 0 0 16,0 0-1-1,0 0-10-15,-1 2 0 0,-2 3-15 16,0 4 15-16,0 0 0 15,1 3-7-15,2-2 7 16,0-2-12-16,0-1-4 16,6-2 6-16,2-5-21 15,0 0 7-15,0 0 15 16,-1 0 9-16,-2-3 0 15,-2-3 7-15,-3 0 17 16,0 1 30-16,0 0-12 16,0 3 12-16,-5 2-12 15,-2 0-26-15,-4 0-5 16,-3 10-11-16,-10 12-51 0,4-2-108 15,2-3-479-15</inkml:trace>
  <inkml:trace contextRef="#ctx0" brushRef="#br0" timeOffset="3550.2">5490 7013 1302 0,'0'0'283'16,"0"0"-191"-16,0 0-27 0,0 0 3 15,0 0 43-15,25 77 6 16,-7-27-38-16,0 6-43 16,1 2-36-16,0-3 9 15,-2-7-9-15,-5-7-2 16,0-8-17-16,-6-10-46 15,-3-6-37-15,-1-5-34 16,-2-11-61-16,0-1-30 16,-6 0-276-16</inkml:trace>
  <inkml:trace contextRef="#ctx0" brushRef="#br0" timeOffset="4098.22">5500 7224 791 0,'0'0'279'16,"0"0"-107"-16,0 0-19 15,0 0 8-15,0 0-2 16,8-90-43-16,1 65-32 16,1-1-20-16,4-1-33 15,-2-1-6-15,1 3-9 16,-3 6-16-16,3 2 11 15,0 7-10-15,-1 5-1 16,2 5 1-16,5 0 8 16,3 7 22-16,3 11 7 15,0 2-17-15,2 7 1 16,-5-1-21-16,-3 1 1 0,-6 0 2 15,-3 2-4-15,-6-1-1 16,-4-3-6-16,0-1 7 16,-12-2-1-16,-5-4 2 15,0-5 0-15,-2-4 12 16,2-4-12-16,3-4 11 15,-1-1-3-15,3 0-8 16,2 0 12-16,1-1-13 16,3-2 1-16,3 1 12 15,1 2-6-15,2 0 4 16,0 13-10-16,12 8 36 15,9 5 27-15,8 2-36 16,2 3-9-16,6-1 2 0,2 0-21 16,1-4 6-1,-1 0-6-15,-5-5-4 0,-5-3 2 16,-7-4-16-16,-10-7-14 15,-4-1-32-15,-5-5-65 16,-3-1-85-16,0-7-160 16,0-4-929-16</inkml:trace>
  <inkml:trace contextRef="#ctx0" brushRef="#br0" timeOffset="5133.29">6099 7409 1305 0,'0'0'406'16,"0"0"-216"-16,0 0-26 15,0 0-17-15,0 0 8 16,0 0-91-16,0 0-21 15,4 0-43-15,-1 0-1 16,2 0-5-16,2 0 6 16,2 0 15-16,3 0 16 15,4 0-29-15,2 0 14 16,3 0-8-16,1 0-7 15,2-2 7-15,-4-2-8 16,1-2 0-16,-5 0 3 16,-1 0-3-16,-6 2 0 15,0 0-1-15,-5 1 0 16,-2 3 0-16,-2 0 2 0,0 0 5 15,0-3 9-15,0 3-14 16,0-1 14-16,-3-1-15 16,-4 1 1-16,-1-2-2 15,-1 0-2-15,-3 2 3 16,2-2 0-16,1 2 0 15,-1-2 1-15,2 2 0 16,0 1-1-16,1 0 0 16,1 0 0-16,-3 0 0 15,3 0 0-15,-2 0 1 16,-1 4-1-16,1 7 1 15,-1 3 0-15,3 5 19 16,-1 1-10-16,3 0 2 0,4 0 1 16,0 0-12-1,0-3 11-15,11-1-6 0,2-2-5 16,6-2 9-16,2-3-9 15,3-5 1-15,3-3-2 16,1-1-14-16,2 0-42 16,0-10-87-16,6-9-125 15,-8 2-217-15,-8 1-377 0</inkml:trace>
  <inkml:trace contextRef="#ctx0" brushRef="#br0" timeOffset="5682.32">6573 7370 914 0,'0'0'370'0,"0"0"-167"16,0 0-23-16,0 0-26 16,0 0-18-16,0 0-7 15,0 0-42-15,-10-17-16 16,2 17-17-16,-1 0 0 15,-3 8 2-15,2 2-22 16,1 3 9-16,2 3-13 0,3-1-17 16,4 1-1-1,0-1-12-15,0-2 0 0,7-2 0 16,3-2-13-16,0-4-5 15,-1-3-15-15,0-2-8 16,0 0 20-16,-1 0-3 16,-2-6 11-16,-1-4 1 15,-3-1 0-15,-2-1 12 16,0 1 10-16,0 2-9 15,0 0 17-15,0 2-10 16,0 3 17-16,-2 3 18 16,2 1-15-16,0 0 6 15,0 0-10-15,0 0-9 16,0 0 1-16,0 0-16 15,0 0-6-15,0 7-5 0,0 5 4 16,6 3-3-16,2 4-75 16,3-1-84-16,8 4-48 15,-4-7-84-15,1-4-196 0</inkml:trace>
  <inkml:trace contextRef="#ctx0" brushRef="#br0" timeOffset="6155.35">6801 7374 1030 0,'0'0'350'16,"0"0"-167"-16,0 0-42 0,0 0-9 16,0 0-21-1,0 0-31-15,0 0-40 0,0-4-13 16,0 4 12-16,0 0-3 15,-3 0-13-15,-5 4-8 16,-3 7-2-16,2 5 8 16,3 1-5-16,4 1-7 15,2 2 0-15,0-2-9 16,9-6 0-16,10 1-1 15,3-8-4-15,2-3 5 16,2-2-12-16,-2 0-14 16,-3-12-1-16,-1-5-14 15,-7-4-3-15,-1-4 11 16,-6-6-2-16,-5-5 9 15,-1-3 1-15,0-5 9 0,-12 1 14 16,-2 0 2-16,0 7 15 16,2 8 55-16,3 9 6 15,5 9 11-15,4 7 6 16,0 3-38-16,0 7-13 15,6 16-1-15,10 9 40 16,4 8-35-16,5 5-46 16,2 0-23-16,0-1-76 15,1 7-115-15,-5-9-124 16,-7-10-447-16</inkml:trace>
  <inkml:trace contextRef="#ctx0" brushRef="#br0" timeOffset="6899.39">7996 6903 838 0,'0'0'645'16,"0"0"-450"-16,0 0 11 15,0 0-17-15,0 0-12 16,0 0-44-16,0 0-72 16,-19-30-46-16,23 56 9 15,11 13 57-15,3 24 0 16,5 20-42-16,-3-4-7 0,-3-9-20 15,-5-11-11-15,-5-16 2 16,-1 0-3-16,0 0-1 16,-4-11-11-16,-2-8-4 15,0-7 15-15,0-4-7 16,0-6 7-16,-8-4-1 15,-1-1 2-15,-2-2 0 16,-3 0 0-16,-2-6-6 16,1-7 5-16,-2-1 0 15,5 2 1-15,5 4 0 16,2 2 1-16,3 3 15 15,2 3-8-15,0 0-7 16,13 0 4-16,9 0 19 16,6 0 3-16,7 3 4 15,1 3-24-15,-2-2 1 0,-3 0-8 16,-4-1-20-16,-5-1-47 15,-8-2-89-15,-3 0-86 16,-4-3-106-16,-6-9-272 0</inkml:trace>
  <inkml:trace contextRef="#ctx0" brushRef="#br0" timeOffset="7267.41">8339 7381 1035 0,'0'0'627'0,"0"0"-474"0,0 0-41 16,0 0 55 0,0 0-21-16,0 0-72 0,90 2-43 15,-62-7-31-15,2-2-16 16,-4-3-33-16,-1 0-19 15,-6-3 6-15,-5-1 0 16,-6 1 14-16,-4 0 33 16,-4 3 15-16,0 3 28 15,-17 5 9-15,-5 2 10 16,-4 6 35-16,0 15 7 15,-1 5 19-15,4 5 8 16,11 1-46-16,8 0-4 16,4-5-35-16,10-2-25 15,20-8-6-15,15-7-25 16,25-9-77-16,35-1-48 0,-13-10-134 15,-7-6-202-15</inkml:trace>
  <inkml:trace contextRef="#ctx0" brushRef="#br0" timeOffset="7732.44">9007 7393 1365 0,'0'0'594'15,"0"0"-409"-15,0 0-26 16,0 0-25-16,0 0-48 16,0 0-42-16,0 0-44 15,88-5-28-15,-69 5-113 16,-6 0-132-16,-4 0-217 15,-9 0-730-15</inkml:trace>
  <inkml:trace contextRef="#ctx0" brushRef="#br0" timeOffset="8243.44">9020 6852 728 0,'0'0'703'16,"0"0"-401"-16,0 0-33 15,0 0-29-15,0 0-23 16,0 0-101-16,0 0-58 16,43-17-14-16,-11 48 20 15,15 23-8-15,-2 3-21 16,3 6-26-16,-2 4-9 0,-8-11 0 15,3 1-1-15,-7-9-17 16,-4-8-10 0,-6-12 19-16,-7-10-3 0,-6-7 12 15,-6-6-1-15,-2-5 2 16,-2 0 8-16,-1-7-3 15,0-16-6-15,0-9-6 16,-4-12-1-16,-8-7 7 16,0-3-2-16,0-3-1 15,0 5 3-15,5 5 15 16,1 11-14-16,3 8 13 15,1 9-14-15,2 6-12 16,0 6-28-16,0 4-92 16,3 3-84-16,6 0-118 15,0 0-246-15</inkml:trace>
  <inkml:trace contextRef="#ctx0" brushRef="#br0" timeOffset="8814.5">9645 7274 1348 0,'0'0'339'0,"0"0"-126"15,0 0-40-15,0 0-30 16,0 0 5-16,0 0-78 16,0 0-69-16,21 0 12 15,-9 0-4-15,6 0-9 16,0 1 3-16,1 1-2 15,0-2-1-15,-2 0 0 16,-1 0-19-16,-4 0 13 16,-1-3-5-16,-4-6 11 15,-3 0-9-15,-2-6 14 16,-2 0-5-16,0-1 1 0,0 1 5 15,-5 3 2-15,-8 3 2 16,0 5 2-16,-5 4 9 16,0 0-20-16,-3 11 24 15,2 10-4-15,1 6-20 16,1 3 11-16,8 0-12 15,9-3-6-15,0-4 0 16,12-6-36-16,15-6-11 16,8-4-27-16,9-7-52 15,4 0-57-15,19-20-83 16,-13 1-115-16,-7-4-715 0</inkml:trace>
  <inkml:trace contextRef="#ctx0" brushRef="#br0" timeOffset="9226.52">10122 7171 1088 0,'0'0'347'0,"0"0"-139"15,0 0-25-15,0 0-15 16,0 0-62-16,0 0-61 16,0 0-22-16,-91 58-23 15,77-40-1-15,3 2-20 16,6 1-14-16,5-3-6 15,0-2-12-15,11-5-7 16,10-4-21-16,2-6-9 16,2-1 11-16,2 0 32 15,-4-12-2-15,-4-1 25 16,-3-1 24-16,-7 3 7 0,-4 1 44 15,-3 4 48-15,-2 5 38 16,0 1 14-16,0 9-51 16,0 19 5-16,-7 22 43 15,2 28-56-15,5 25-21 16,0 6-41-16,9-18-14 15,4-26-11-15,-2-28 1 16,2-7-6-16,-1-1 0 16,3 0-8-16,-3-5-5 15,-4-11-39-15,-2-10-11 16,-2-3-15-16,-3-13-51 15,-1-39-101-15,0 3-71 16,0-5-260-16</inkml:trace>
  <inkml:trace contextRef="#ctx0" brushRef="#br0" timeOffset="9857.56">10291 7309 730 0,'0'0'612'16,"0"0"-422"-16,0 0-5 15,0 0-1-15,0 0 1 16,0 0-67-16,0 0-43 16,22-34-31-16,-14 44-1 15,2 11 32-15,5 6-9 16,-1 3-22-16,0 1-18 15,0-3-20-15,1-5 3 0,-5-8-9 16,1-5-9 0,-2-4-3-16,-2-6-28 0,1 0 0 15,-1-8 4-15,2-11-26 16,-6-5 22-16,-2-3 16 15,-1-3 14-15,0 2 10 16,-4 3 1-16,-5 4 29 16,3 4 27-16,2 5-6 15,2 6 7-15,2 5-11 16,0 1-14-16,0 0-3 15,0 10-29-15,0 7 30 16,8 6 9-16,3 2-22 16,2 2 0-16,0-2-18 15,2-1 0-15,4-1-2 0,-1-6-32 16,6-5-12-16,0-5-20 15,-1-7-27-15,0 0 20 16,1-11-9-16,-5-11-24 16,-2-5 5-16,-2-3 13 15,-6-1 75-15,-5 2 13 16,-2 3 29-16,-2 8 46 15,0 5 23-15,0 9 5 16,-3 4-9-16,-5 8-57 16,1 15 15-16,-2 5-6 15,4 3-27-15,5 0-8 16,0-1-11-16,8-5-52 15,13-4-49-15,25-5-71 0,-4-5-87 16,-3-8-289-16</inkml:trace>
  <inkml:trace contextRef="#ctx0" brushRef="#br0" timeOffset="10030.57">11100 7339 1637 0,'0'0'393'16,"0"0"-148"-16,0 0-62 15,0 0 0-15,0 0-111 16,0 0-72-16,0 0-116 16,7 7-200-16,-7-7-361 0</inkml:trace>
  <inkml:trace contextRef="#ctx0" brushRef="#br0" timeOffset="12133.69">11760 6876 1003 0,'0'0'255'0,"0"0"-52"0,0 0-23 15,0 0-25-15,0 0-26 16,0 0-14-16,0 0-65 16,-20-40-1-16,3 39-14 15,-4 1-7-15,-4 0 3 16,-2 8-12-16,-1 5 11 15,4-1 6-15,3 2-23 16,6-3 5-16,6-1-1 16,6 0-15-16,3-1-2 15,0 4 1-15,6 0 8 16,10 0-2-16,3-1-6 15,4-1-1-15,3-2 0 0,0 2-8 16,1 2-1-16,-3 3-5 16,0 1 0-16,-2 3 2 15,-4 2 12-15,-4 2 0 16,-7 0 0-16,-4-1-7 15,-3 0 7-15,0 0 0 16,-12 0 0-16,-4-1 0 16,-2-2 0-16,-1-2 0 15,1-2-2-15,1-6 4 16,7-2-2-16,1-5 1 15,3-3-1-15,3 0 12 0,0 0-12 16,1 0 1 0,1 0 8-16,1 0 3 15,-2 0 13-15,2 0-3 0,-1 0-8 16,1 0 18-1,0 0-9-15,0 0 1 0,0 0-4 16,0 0-19-16,0 0 5 16,0 0-5-16,0 0-1 15,0 0 9-15,0 0-9 16,0 0 1-16,0 0 6 15,0 0-6-15,0 0-1 16,0 0 0-16,0 0-6 16,0 0 5-16,9-1-14 15,9-2 15-15,4 2 3 16,7-2-2-16,6 0-2 15,0 0-4-15,2-1-25 16,-3-1 0-16,1 0-27 0,-4-2 6 16,-4-3 4-16,-5 0 2 15,-7-1 20-15,-3-3 15 16,-6-2-2-16,-3-1 12 15,-3-1-14-15,0-1 4 16,0 3 8-16,-6 0-8 16,-6 3 9-16,2 3 2 15,-1 3 8-15,-2 4 11 16,2 3 5-16,0 0-1 15,0 4 8-15,2 11-3 16,1 3 11-16,1 5-17 16,6 1 5-16,1 0-11 15,0 0-11-15,3-3-5 0,8-2-1 16,5-4-41-1,4-5-33-15,4-6-34 0,4-4-33 16,11-1-102-16,-7-12-135 16,-4-2-298-16</inkml:trace>
  <inkml:trace contextRef="#ctx0" brushRef="#br0" timeOffset="12778.73">12259 7150 846 0,'0'0'287'15,"0"0"-51"-15,0 0-32 16,0 0-34-16,0 0-41 15,0 0-46-15,0 0-15 16,-44 18-23-16,30 2-2 16,3 2-17-16,5 4-17 0,3-3-1 15,3 1-8 1,0-6-1-16,14-5 1 0,6-3-45 15,2-6-8-15,4-4-23 16,4 0-19-16,-1-6-16 16,-3-10-23-16,-2-9-52 15,-7-3-42-15,-6-7-25 16,-6 0 91-16,-5-4 162 15,0 1 19-15,-5-1 111 16,-9 0 29-16,2 4 31 16,-2 4-2-16,5 7-42 15,2 7 19-15,4 7-22 16,1 5-8-16,2 5-51 15,0 0-47-15,0 0-18 0,2 14 37 16,8 5 17-16,2 9-22 16,5 4-24-16,0 3-15 15,0 3 3-15,-1-1-15 16,-4 0-14-16,-3-4-31 15,-4-4-32-15,-5-5-1 16,0-9-2-16,0-5-7 16,0-6 17-16,0-4 27 15,0-3 21-15,0-10-17 16,10-8 24-16,8-1 15 15,5-2 15-15,2 5 10 16,3 1 36-16,-1 7-8 16,0 5 7-16,-3 6-6 0,1 0-3 15,-1 0 5 1,-2 10-15-16,-5 5-29 0,-2-1 3 15,-8 1-15-15,-4-1-9 16,-3 0-11-16,0-2-36 16,-1-4-39-16,-19-4-78 15,4-4-86-15,1 0-255 0</inkml:trace>
  <inkml:trace contextRef="#ctx0" brushRef="#br0" timeOffset="12945.74">12635 6948 1453 0,'0'0'373'0,"0"0"-75"16,0 0-120-16,0 0-53 0,0 0-82 16,0 0-43-16,0 0-30 15,12 36-145-15,1-17-109 16,5-1-278-16</inkml:trace>
  <inkml:trace contextRef="#ctx0" brushRef="#br0" timeOffset="13296.76">12921 7124 1224 0,'0'0'497'0,"0"0"-326"16,0 0-28-16,0 0-26 15,0 0-32-15,0 0-52 16,0 0-23-16,-13 74-10 15,17-63-7-15,11-2-1 0,3-5-21 16,5-4-16-16,5 0 1 16,2-12-27-16,3-6-3 15,-4-4 23-15,-2-2 7 16,-3 2 44-16,-7 4 11 15,-6 5 36-15,-2 6 44 16,-3 7-4-16,0 0 4 16,2 7 28-16,4 12 2 15,-2 5-21-15,3 3-61 16,-2-2-31-16,1 0-8 15,-2-2-58-15,-1-3-72 16,3-5-84-16,0-5-291 0,-1-7-163 16</inkml:trace>
  <inkml:trace contextRef="#ctx0" brushRef="#br0" timeOffset="13455.76">13591 7172 451 0,'0'0'1499'16,"0"0"-1215"-16,0 0-90 15,0 0-99-15,0 0-77 16,0 0-18-16,0 0-205 16,15 13-347-16</inkml:trace>
  <inkml:trace contextRef="#ctx0" brushRef="#br0" timeOffset="15060.84">13946 6711 857 0,'0'0'239'0,"0"0"-63"15,0 0 11-15,0 0-21 0,0 0-5 16,0 0-28-16,0 0-19 16,15-68 1-16,-15 68-16 15,0 10-34-15,0 31-9 16,-12 31 58-16,0 30-25 15,0 15-48-15,6-9-30 16,6-24-9-16,0-32-2 16,0-18-40-16,2-9-48 15,8-4-28-15,5-1-29 16,10-14-97-16,-2-6-130 15,-2-2-364-15</inkml:trace>
  <inkml:trace contextRef="#ctx0" brushRef="#br0" timeOffset="15962.91">14270 6800 461 0,'0'0'1113'0,"0"0"-927"16,0 0-14-16,0 0-53 15,0 0-35-15,0 0-41 16,0 0-37-16,-69 4-4 16,65 5-2-16,1 0-9 15,3 4 7-15,0 1 2 16,0 3 5-16,12 2 5 15,6 2-3-15,1 1-1 16,5 1-6-16,0-2-12 0,-2 2 1 16,-2-3-38-16,-2-1 30 15,-9 0-8-15,-6-2-14 16,-3-2 17-16,-8 1 24 15,-14 0 0-15,-4-2 0 16,-4 1 0-16,2-5 8 16,6-5 3-16,7-2 18 15,10-3 15-15,5 0-44 16,4 0 14-16,18-5-14 15,6 2 11-15,6 0 17 16,2 1-8-16,1 2-20 16,1 0 8-16,-1 0-8 0,-1 0-15 15,0 0-14 1,-5-1-32-16,-4-5-31 0,-3-4 3 15,-7 0-24-15,-1-7 22 16,-4-1 8-16,-1-3 40 16,-2-3 22-16,-3 1 21 15,-3 1 2-15,-3 2 47 16,0 5 23-16,0 2 28 15,-10 4 1-15,-2 5-16 16,-3 2-7-16,-2 2-49 16,-3 0-4-16,-1 12-3 15,1 7-21-15,4 3 33 16,7 3-24-16,6 1-10 15,3-2-1-15,8 0-2 16,14-6-7-16,6-2 7 0,8-5-25 16,6-5-10-16,4-6-47 15,0 0-6-15,3-5-7 16,-4-11-51-16,-3 0-28 15,-8-5 17-15,-7-2-1 16,-9 0 96-16,-5 1 65 16,-5 0 16-16,-5 3 52 15,-1 3 44-15,-2 1 23 16,0 5 13-16,-2 3-45 15,-6 3-11-15,-3 2-47 16,-3 2-11-16,-5 0-9 16,-2 16-10-16,-3 7 26 15,3 4 10-15,5 4-3 16,5 2-13-16,10-2-19 15,1-1-7-15,13-6-8 0,14-4-1 16,12-6-19-16,34-9-71 16,-7-5-93-16,-5 0-111 0</inkml:trace>
  <inkml:trace contextRef="#ctx0" brushRef="#br0" timeOffset="17194.98">15581 6951 1075 0,'0'0'298'0,"0"0"-86"16,0 0 2-16,0 0-29 15,0 0-65-15,0 0 4 16,0 0-30-16,9-22-31 0,-1 22-25 15,4 16 20 1,1 11 49-16,5 12-11 0,-1 10-41 16,0 4-7-16,0 2-47 15,-4-5-2-15,-4-5-3 16,0-9-68-16,-6-9-51 15,-3-7-76-15,0-10-32 16,-7-8-71-16,-2-2-79 0</inkml:trace>
  <inkml:trace contextRef="#ctx0" brushRef="#br0" timeOffset="17478.99">15598 6870 228 0,'0'0'1142'0,"0"0"-848"16,0 0-115-16,0 0-76 15,0 0-7-15,0 0-61 16,0 0-4-16,95-45-31 16,-64 45-26-16,2 0-2 15,-1 2-20-15,-6 13 11 16,-7 6 12-16,-9 5 4 15,-7 5 21-15,-3 0 1 16,-13 0 9-16,-11-2-1 16,0 0-9-16,-5-4 1 15,4-4-1-15,4-5-64 16,14-14-97-16,4-2-97 15,3 0-153-15</inkml:trace>
  <inkml:trace contextRef="#ctx0" brushRef="#br0" timeOffset="17945.02">16114 6904 595 0,'0'0'761'0,"0"0"-605"16,0 0-27-16,0 0-22 15,0 0-40-15,0 0-35 16,-85-18-32-16,79 21-3 16,2 10 3-16,2 3-15 15,2 4 5-15,0 0 10 0,8 1 12 16,6-1-7-1,3-1-5-15,2-3-1 0,-1-5-9 16,-3-3-52-16,0-7 1 16,-8-1-28-16,-2-6 35 15,-5-12 12-15,0-8-39 16,0-6 26-16,-8-7 26 15,-3-5-3-15,0-5-18 16,0 0 30-16,3 4 20 16,3 7 99-16,2 10 30 15,2 12 34-15,1 9 24 16,0 7-81-16,0 7-53 15,6 17 110-15,8 10-30 16,3 7-26-16,5 5-63 16,4 1-33-16,-1-1-11 0,-2-3-46 15,-3-2-83-15,-2-3-103 16,-6-9-262-16,-4-14-443 0</inkml:trace>
  <inkml:trace contextRef="#ctx0" brushRef="#br0" timeOffset="18227.04">16547 6557 1378 0,'0'0'263'15,"0"0"-22"-15,0 0-84 16,0 0-23-16,0 0-68 0,0 0-36 15,0 0-30 1,-72-35-11-16,63 62 11 0,2 12 1 16,4 7 15-16,3 8 15 15,0 9-17-15,3 1-1 16,12 1-9-16,4-1-4 15,0-4-9-15,5-4-50 16,-2-4-57-16,-2 6-34 16,-5-15-128-16,-9-9-273 0</inkml:trace>
  <inkml:trace contextRef="#ctx0" brushRef="#br0" timeOffset="18395.05">16366 7041 1502 0,'0'0'339'0,"0"0"-131"15,0 0-33-15,0 0-33 16,112-10-84-16,-66 10-58 16,2-1-47-16,15-2-150 15,-13 1-130-15,-9-2-380 0</inkml:trace>
  <inkml:trace contextRef="#ctx0" brushRef="#br0" timeOffset="19461.09">17170 6853 1194 0,'0'0'500'0,"0"0"-405"15,0 0 10-15,0 0 56 16,51 78-43-16,-32-38-25 16,0 0-53-16,-3 0-21 15,-3-6-5-15,-1-7-14 16,-6-8-6-16,-1-7 5 15,-2-8-21-15,-2-4 1 16,2 0 5-16,0-17-9 16,3-9-5-16,0-6 23 0,1-5 5 15,3-2-7 1,0 0-3-16,-1 2-2 0,0 6 5 15,1 8 6-15,-1 9 3 16,0 8 12-16,4 6 10 16,4 3 24-16,5 16 19 15,3 9-2-15,2 3 6 16,-2 1-63-16,-3-2-6 15,-6-2-12-15,-5-4-101 16,-2-2-75-16,-2-8-156 16,0-8-272-16</inkml:trace>
  <inkml:trace contextRef="#ctx0" brushRef="#br0" timeOffset="19825.12">17745 6866 1129 0,'0'0'578'15,"0"0"-376"-15,0 0-20 16,0 0-73-16,0 0-43 15,0 0-30-15,0 0-35 16,-51 70 0-16,41-45-1 16,5-1-25-16,5-2 13 15,0-2-7-15,0-3-15 16,9-4-3-16,4-5-14 15,2-8 2-15,3 0-12 16,-1-5 0-16,1-15 41 16,-3-3-9-16,-4-3 14 0,-5 2 8 15,-6 1 14-15,0 3-7 16,-1 5 13-16,-11 6-11 15,-4 9 2-15,0 0-4 16,0 18-12-16,4 8-13 16,2 2-70-16,7 2-75 15,6-2-67-15,15-8-95 16,4-9-654-16</inkml:trace>
  <inkml:trace contextRef="#ctx0" brushRef="#br0" timeOffset="20047.14">17979 6461 793 0,'0'0'690'0,"0"0"-453"16,0 0-19-1,0 0-34-15,0 0 16 0,-60 96-41 16,60-49-37-16,0 3-56 15,11 4-40-15,8 0-9 16,6-3-17-16,1-1 0 16,2-3-22-16,-2-3-72 15,-7-5-92-15,-12 1-114 16,-7-10-247-16,0-12-374 0</inkml:trace>
  <inkml:trace contextRef="#ctx0" brushRef="#br0" timeOffset="20424.16">17991 6880 1390 0,'0'0'277'0,"0"0"4"16,0 0-89-16,96 20-71 15,-58-14-47-15,-1-1-56 16,-1 2-18-16,-1-3-18 16,-4-1-60-16,-1-1-21 15,-5-2-46-15,-3 0-15 16,-5-9-1-16,-2-5 27 15,-6-2 25-15,-5-4 82 16,-2 3 27-16,-2-3 45 16,0 3 36-16,0 3 33 0,-8 4 8 15,-3 6-12-15,-3 4-13 16,-4 0-51-16,0 13-28 15,-1 6-18-15,5 5 0 16,4 2-72-16,9-3-77 16,1-4-73-16,39-12-55 15,0-4 29-15,3-3-825 0</inkml:trace>
  <inkml:trace contextRef="#ctx0" brushRef="#br0" timeOffset="20709.18">18655 6700 1356 0,'0'0'271'0,"0"0"-66"15,0 0-64-15,-94 33-65 16,74-14-57-16,13 2-19 16,7 0-15-16,0-4-34 15,14-1 11-15,11-7-6 16,5 0-3-16,2-5-32 15,3-2-1-15,1-2 17 16,-3 0 12-16,-5 0 51 16,-4 0-7-16,-8 0 14 15,-10 0 21-15,-6 8 11 16,0 6 3-16,-19 4 17 15,-8 8-54-15,-4 2-5 16,-16 15-80-16,10-7-109 16,4-7-432-16</inkml:trace>
  <inkml:trace contextRef="#ctx0" brushRef="#br0" timeOffset="20980.2">18816 6338 1543 0,'0'0'257'16,"0"0"-74"-16,0 0 34 15,60 111-42-15,-26-54-68 16,6 2-64-16,8 7-24 0,1-3-19 15,2-3-38 1,-5-4 18-16,-7-8-35 0,-14-6-85 16,-14-6 12-16,-11-4 1 15,-32-1-29-15,-8-10-82 16,-3-6-373-16</inkml:trace>
  <inkml:trace contextRef="#ctx0" brushRef="#br0" timeOffset="21168.21">19672 6706 1862 0,'0'0'260'16,"0"0"-178"-16,0 0-82 15,0 0-25-15,-92 39-163 16,60-31-431-16</inkml:trace>
  <inkml:trace contextRef="#ctx0" brushRef="#br0" timeOffset="23022.31">5372 8801 1088 0,'0'0'318'0,"0"0"-117"15,0 0-38-15,0 0 13 16,0 0-59-16,0 0-38 0,0 0-20 16,3-7-16-16,-3 7 15 15,0 0-11-15,0 0-4 16,-4 0-10-16,-4 5-26 15,1 6-6-15,-1 3-1 16,2 2-11-16,6 1 10 16,0 0 0-16,0-1-12 15,9-6 12-15,3-2-22 16,0-5-5-16,-3-1-4 15,0-2 0-15,-3 0 10 16,-1-3 14-16,-3-6 8 16,-2-2 0-16,0 1 1 15,0 1-1-15,-10 2 3 0,1 1-3 16,1 5 0-1,0 1-1-15,2 0 0 0,3 0-5 16,1 0 6-16,2 3-11 16,0 3 10-16,0 0-6 15,0 2 6-15,5-3-48 16,-1 3-70-16,2-3-61 15,-5-3-168-15</inkml:trace>
  <inkml:trace contextRef="#ctx0" brushRef="#br0" timeOffset="27661.58">5949 8508 995 0,'0'0'709'15,"0"0"-565"-15,0 0-64 16,0 0 109-16,0 0 0 16,0 0-66-16,0 0-38 15,-58 0-51-15,58 0-7 16,0 0 13-16,0 0-13 15,0 0-2-15,0 0 3 16,0 0-28-16,9-1 1 16,6-2 15-16,9-1 5 15,6-4-1-15,4-1-19 16,6-2 8-16,3 1-9 15,1 0-5-15,2 2 4 16,-3 1-13-16,-1 1-12 16,-6 3 5-16,-3 0-16 15,-12 0 15-15,-5 3 3 0,-8 0 4 16,-4 0 7-16,-4 0 8 15,0 0 6-15,0 0 7 16,0 0-13-16,0 0-13 16,0-1-25-16,0 1-86 15,0 0-47-15,-15 0-82 16,-3 0-268-16,-1 0-115 0</inkml:trace>
  <inkml:trace contextRef="#ctx0" brushRef="#br0" timeOffset="27953.59">6179 8401 1113 0,'0'0'353'15,"0"0"-175"-15,0 0-22 16,0 0-22-16,0 0 4 15,0 0-61-15,0 0-24 16,14 58 62-16,-5-18-39 16,1 7-13-16,0 0-12 15,0-1-27-15,0-4-11 16,-1-5-13-16,-3-10 0 15,-2-7-7-15,1-8-33 16,-3-5-23-16,-2-4-39 16,0-2-61-16,0-1-69 15,-4-4-76-15,-3-6-536 0</inkml:trace>
  <inkml:trace contextRef="#ctx0" brushRef="#br0" timeOffset="28358.62">6528 8599 342 0,'0'0'1232'0,"0"0"-1003"15,0 0-149-15,0 0 65 0,0 0-24 16,0 0-39 0,44 73-36-16,-33-53-37 0,-3 1-2 15,0-1 1-15,-4-3-7 16,-2-3 6-16,0-4-7 15,-2-3 8-15,0-4-1 16,0-3-6-16,0 0 14 16,0 0-3-16,-2-2-12 15,-4-10-17-15,-1-4-9 16,4-5 7-16,2-2 18 15,1-2-6-15,0 3 7 16,6 1 0-16,9 1 0 16,1 2-6-16,4 4 4 15,-1 3-57-15,10 4-90 16,-9 5-126-16,-2 0-228 0</inkml:trace>
  <inkml:trace contextRef="#ctx0" brushRef="#br0" timeOffset="29416.68">7001 8620 732 0,'0'0'768'16,"0"0"-596"-16,0 0-6 15,0 0-22-15,0 0-17 16,0 0-35-16,0 0-49 0,0 16-42 15,0 6 52-15,0 7 23 16,3 2-26-16,3-2-22 16,-1-2-8-16,1-4 12 15,1-8-31-15,3-3-1 16,-1-7-7-16,2-5-36 15,1 0 4-15,0-5-5 16,0-15-5-16,1-3-3 16,-4-5-19-16,-4-3 6 15,-4 2 55-15,-1 5 7 16,0 4 2-16,0 5 2 15,-4 5 14-15,1 6 26 16,1 4 11-16,2 0-14 16,0 0-2-16,0 7-27 15,0 9 14-15,0 2 4 0,3 3-12 16,6 1-5-16,3 0-2 15,0-3-8-15,3 0 0 16,0-4-20-16,2-2-16 16,2-7-11-16,0-3-45 15,-2-3 4-15,2 0-38 16,-2-13-6-16,0-4 6 15,-2-4 23-15,-5-2 72 16,-2 0 31-16,-2 1 29 16,0 3 34-16,-3 1 5 15,0 7 54-15,1 4-15 16,1 4-30-16,1 3-13 15,4 0 6-15,2 9 13 0,4 7-9 16,-1 2-43 0,2 3 9-16,-4 2 0 0,-1-1-28 15,0-1-3-15,-4-1-3 16,-4-2-6-16,-1-8 0 15,0-1 6-15,-1-3-6 16,-2-5-1-16,1-1-21 16,2 0 7-16,0-1-15 15,1-14 17-15,4-2-5 16,0-4 17-16,0-3-20 15,0 3 5-15,-1 3 8 16,-1 5 8-16,-1 6 2 16,0 4 4-16,3 3 17 15,1 0 14-15,6 14-4 0,0 2 10 16,4 2-31-16,-4 3-12 15,2 1-5-15,-5-3-76 16,-5 4-78-16,-4-5-141 16,0-7-222-16</inkml:trace>
  <inkml:trace contextRef="#ctx0" brushRef="#br0" timeOffset="29688.69">7825 8633 978 0,'0'0'636'0,"0"0"-527"16,0 0 44 0,0 0-41-16,0 0-69 0,0 0-13 15,0 0-13-15,-55 42-3 16,44-16 28-16,4 3 28 15,3 1-7-15,4-1-21 16,0-3-26-16,11-3-9 16,7-7-7-16,1-3-53 15,7-6-65-15,14-7-80 16,-4 0-76-16,-5-8-287 0</inkml:trace>
  <inkml:trace contextRef="#ctx0" brushRef="#br0" timeOffset="30086.72">8140 8688 461 0,'0'0'972'16,"0"0"-765"-16,0 0-9 15,0 0-39-15,0 0-63 16,0 0-41-16,0 0-27 15,-64 8-27-15,50 12 12 16,1 0 5-16,4 1-17 16,4-3 13-16,5-4-14 15,0-4-1-15,2-2 1 16,7-5-21-16,4-3 2 15,0 0-21-15,2-9-32 16,-1-5 8-16,-4-4-11 16,1-2 28-16,-5 0 38 0,-3 3 9 15,-2 3 11-15,-1 5 33 16,0 5 20-16,0 4 28 15,0 0-34-15,0 7-36 16,0 11 10-16,0 4-14 16,0 3-14-16,6 2-4 15,6-4-54-15,1-4-74 16,19-6-106-16,-4-6-96 15,-1-7-255-15</inkml:trace>
  <inkml:trace contextRef="#ctx0" brushRef="#br0" timeOffset="30348.73">8308 8254 1407 0,'0'0'349'15,"0"0"-165"-15,0 0-28 16,0 0-31-16,0 0-56 15,0 0 34-15,0 0-47 16,27 111-26-16,-9-65-11 16,3 4-19-16,1-1-1 15,-2 1 1-15,-1-3-2 16,-7-3-14-16,-3-3-59 15,-8-7-31-15,-1-7-37 16,-4-5-75-16,-8-8-93 16,0-6-298-16</inkml:trace>
  <inkml:trace contextRef="#ctx0" brushRef="#br0" timeOffset="30640.75">8292 8612 439 0,'0'0'881'0,"0"0"-672"16,0 0-100-16,0 0 11 15,0 0 29-15,91-45-37 16,-47 38-70-16,9 4-32 16,5 3 73-16,2 0-60 15,-5 3-22-15,-10 11-1 16,-11 5-13-16,-15 5-2 15,-11 3-5-15,-8 3 20 16,0-1 10-16,-6 1-1 16,-5 0 15-16,1-1-12 0,1-3-12 15,1-4 0-15,4-5-37 16,-1-5-77-16,2-12-92 15,2 0-135-15,-3-12-543 0</inkml:trace>
  <inkml:trace contextRef="#ctx0" brushRef="#br0" timeOffset="30791.76">8662 8488 1132 0,'0'0'700'0,"0"0"-583"15,0 0-70-15,0 0 11 0,0 0-58 16,0 0-22-16,-5 95-219 15,20-75-375-15</inkml:trace>
  <inkml:trace contextRef="#ctx0" brushRef="#br0" timeOffset="31430.79">9027 8671 643 0,'0'0'395'16,"0"0"-240"-16,0 0 10 0,0 0 7 15,0 0-40-15,0 0 2 16,0 0-15-16,24-41-41 15,-42 41-8-15,-1 3-25 16,-5 14-8-16,-1 4 7 16,2 4-27-16,8 1-4 15,8-1-13-15,5-3-18 16,2-10 0-16,9-5-23 15,13-7-8-15,4 0 5 16,3-11-33-16,0-10-13 16,1-3 11-16,-6-4 46 15,-3 2 33-15,-6 4 10 16,-5 5 41-16,-4 4 52 0,-1 7 10 15,-4 5-7 1,2 1-25-16,0 0-41 0,3 13 47 16,3 2-8-16,3 7-38 15,0-2-4-15,4 3-22 16,-1-2-3-16,0-1-12 15,-1-4 0-15,-1-4 0 16,-2-5-28-16,-2-3-27 16,2-4 7-16,0-3-4 15,2-12 14-15,1-5-5 16,-1-5 6-16,2-2 28 15,-1 0 8-15,-1 3 1 16,-1 6 9-16,-3 5 35 16,1 9 21-16,-1 4 0 0,2 3-5 15,3 15-2-15,0 9-27 16,2 7-31-16,-2 1-9 15,-1 11-123-15,-7-7-126 16,-3-10-392-16</inkml:trace>
  <inkml:trace contextRef="#ctx0" brushRef="#br0" timeOffset="33426.91">10291 8711 1433 0,'0'0'347'0,"0"0"-155"15,0 0-9-15,0 0-32 16,0 0-36-16,0 0-60 15,0 0-38-15,-17 0-17 16,25 0 0-16,6 0 25 16,5 1-13-16,3 3-6 15,1-1 1-15,1-3 1 0,-1 0-8 16,-4 0-12-16,-3 0-9 15,-4-7 5-15,-5-1-27 16,-6 2 34-16,-1-3 7 16,0-1-15-16,-8 1 16 15,-6-1-5-15,-5 3 6 16,-1 1-6-16,-2 2 7 15,0 4-1-15,2 0 4 16,-1 2-2-16,2 11-4 16,5 3 8-16,5 2-6 15,4 1 14-15,5-1-13 16,0-2 10-16,7-1 0 15,7-3-10-15,5-2 6 16,-1-3-7-16,6-4 0 16,-1-3-2-16,3 0-51 0,-4-3-64 15,8-14-102-15,-6 3-116 16,-5 1-230-16</inkml:trace>
  <inkml:trace contextRef="#ctx0" brushRef="#br0" timeOffset="34298.96">10686 8554 1468 0,'0'0'337'15,"0"0"-207"-15,0 0-32 16,0 0 12-16,0 0-21 15,85 20-43-15,-64 1-9 16,-1 6-29-16,-6 0-6 16,-5-2 4-16,-3-3-5 15,-4-5 8-15,-2-4-8 16,0-4 8-16,0-5-9 15,0-4 10-15,0 0-12 16,-6 0 2-16,-2-7-17 16,0-6 10-16,0-5-1 15,4-2-3-15,1-1 11 0,3-2-2 16,0 0 2-16,0 4 1 15,7 1 10-15,6 6-2 16,2 1-8-16,3 3 14 16,0 4-1-16,3 0-14 15,0 4 0-15,-3 0-53 16,0 0-141-16,-6 9-154 15,-6-2-454-15</inkml:trace>
  <inkml:trace contextRef="#ctx0" brushRef="#br0" timeOffset="34658.98">11105 8520 1192 0,'0'0'575'0,"0"0"-469"16,0 0 31-16,0 0 21 15,0 0-14-15,0 0-57 16,63 87-50-16,-49-60-19 16,-4-1-17-16,-1-5 4 15,-5-6 2-15,-2-3-13 16,-2-7 6-16,0-2 0 15,0-3 4-15,0 0-4 16,0-4-15-16,-3-9-4 0,-3-5-2 16,2-2 15-1,2-4 6-15,2 1 0 0,0 1-2 16,4 2-12-16,7 4 14 15,3 2 0-15,5 2-1 16,2 4-22-16,0 6-96 16,7 2-95-16,-6 1-83 15,-2 8-267-15</inkml:trace>
  <inkml:trace contextRef="#ctx0" brushRef="#br0" timeOffset="34980">11505 8497 1205 0,'0'0'370'0,"0"0"-129"16,0 0-52 0,0 0-41-16,0 0-55 0,0 0-50 15,0 0-16-15,-11 74-26 16,8-43 11-16,3 1-11 15,0-1-1-15,10-4 0 16,5-8-15-16,1-8 2 16,1-3-20-16,-1-8-16 15,-3 0 11-15,0-12-5 16,-3-10 12-16,-3-3 9 15,-5-2 3-15,-2-1 13 16,0 0-34-16,-11 4-34 0,-5 4-6 16,1 7-40-1,-10 13-25-15,4 0-116 16,4 0-313-16</inkml:trace>
  <inkml:trace contextRef="#ctx0" brushRef="#br0" timeOffset="35281.01">11844 8556 1287 0,'0'0'391'0,"0"0"-150"16,0 0-37-16,0 0-48 15,0 0-40-15,0 0-7 16,0 0-70-16,24 89-21 15,-22-59-18-15,-2-3-9 16,0-7-3-16,0-4-20 0,0-9-11 16,0-7 17-16,1 0-6 15,3-6 15-15,1-14-3 16,-1-4-9-16,1-4 15 15,-1-3 4-15,1-1-18 16,2 4-39-16,-1 5-46 16,2 3-32-16,-2 7-91 15,0 7-261-15</inkml:trace>
  <inkml:trace contextRef="#ctx0" brushRef="#br0" timeOffset="35853.05">12263 8414 1149 0,'0'0'294'15,"0"0"-82"-15,0 0-67 16,0 0-37-16,0 0-74 15,0 0-20-15,0 0-14 16,-53 13 1-16,45-6 3 16,2-3-4-16,5 0 0 15,-1-4 0-15,2 0-6 16,0 0 4-16,0 0-6 15,0 0 8-15,3 0 5 16,2 0-4-16,-1 0 13 16,-1 0 10-16,-1 0-15 15,-2 0 40-15,0 0-14 0,0 0-11 16,0 0 1-16,0 0-24 15,0 0 10-15,0 0-11 16,-8 0 9-16,-4 0-4 16,-1 5 1-16,-1 5 0 15,2 0 13-15,2 0-10 16,6 3 8-16,2 0-3 15,2-2-13-15,0-1 9 16,12-1-10-16,4-4-24 16,4-1-19-16,1-3-35 15,3-1-32-15,-1 0-16 16,0 1 5-16,-4 2 63 0,-3 3 36 15,-5 4 12-15,-8 2 10 16,-3 5 37-16,0 4 20 16,-15 2 9-16,-6 2-31 15,-1-1-35-15,-5 3-4 16,6-4-129-16,5-11-194 0</inkml:trace>
  <inkml:trace contextRef="#ctx0" brushRef="#br0" timeOffset="36576.08">12687 8078 1317 0,'0'0'290'0,"0"0"-96"0,0 0-65 15,0 0 15-15,66-80-27 16,-36 63-81-16,-1 1-8 16,3 4-28-16,-2 4-7 15,-4 3 6-15,-2 5 1 16,-4 0 0-16,-6 12 35 15,-3 8 7-15,-5 7 38 16,-3 6-11-16,-3 4-8 16,0 2-29-16,0 0-20 15,0 2-12-15,0 2-60 16,0 1-70-16,0 10-105 15,-3-7-136-15,-3-12-500 0</inkml:trace>
  <inkml:trace contextRef="#ctx0" brushRef="#br0" timeOffset="36732.1">13099 8519 1493 0,'0'0'290'16,"0"0"-139"-16,0 0-125 15,0 0-26-15,0 0-202 16,0 0-522-16</inkml:trace>
  <inkml:trace contextRef="#ctx0" brushRef="#br0" timeOffset="39615.25">5500 10130 844 0,'0'0'326'15,"0"0"-148"-15,0 0-13 0,0 0-25 16,0 0 7-16,0 0-40 16,0 0-44-16,-18-62-11 15,18 62-18-15,-1 0-12 16,1 0-19-16,0 10 3 15,0 8-4-15,0 5 18 16,0 2-20-16,3-1 0 16,5-4 0-16,0-5-1 15,1-3 0-15,-3-6-18 16,-1-4-9-16,-4-2 12 15,-1 0 16-15,0 0 12 16,0-7 2-16,0-1-13 16,-6 1 6-16,-3-1-7 15,2 1-11-15,-2 4-7 16,1 2-42-16,2 1-48 0,5 0-82 15,1 10-116-15,0-1-286 16</inkml:trace>
  <inkml:trace contextRef="#ctx0" brushRef="#br0" timeOffset="40156.28">6409 9610 1204 0,'0'0'283'0,"0"0"-134"16,0 0-6-16,-82-32-24 16,55 28-43-16,-3 4-19 15,0 7-44-15,2 17 3 16,3 10 12-16,5 10 8 15,8 5 11-15,8 5-15 16,4-4-8-16,9-1 7 16,15-4-15-16,4-6-8 15,3-2-8-15,2-5-9 16,0-5-43-16,1 0-97 15,-7-9-106-15,-9-6-232 0</inkml:trace>
  <inkml:trace contextRef="#ctx0" brushRef="#br0" timeOffset="40412.31">6349 9979 1016 0,'0'0'401'0,"0"0"-261"16,0 0-2-16,0 0 5 15,100-32-49-15,-70 32-34 16,-3 0-22-16,-2 14-37 16,-6 7 14-16,-5 4-14 15,-6 5 1-15,-4 0 3 16,-4-1-5-16,0-3-17 15,0-5-46-15,-6-6-66 0,-1-8-40 16,-1-5-160-16,3-2-301 16</inkml:trace>
  <inkml:trace contextRef="#ctx0" brushRef="#br0" timeOffset="40643.32">6621 9649 1475 0,'0'0'310'0,"0"0"-156"16,0 0 44-16,0 0-46 16,50 106-44-16,-28-64-40 15,1 1-48-15,0 2-10 16,-4-2-10-16,-3-3-44 0,-5-2-49 15,-2-6-31-15,-6-3-80 16,0-10-95-16,-2-9-180 0</inkml:trace>
  <inkml:trace contextRef="#ctx0" brushRef="#br0" timeOffset="40981.34">6995 9856 1367 0,'0'0'391'0,"0"0"-179"15,0 0-68-15,0 0-40 0,0 0-70 16,0 0-14-16,0 0-20 16,-36 67-38-16,36-52-4 15,0-1-17-15,0-4 15 16,5-4 6-16,6-5 2 15,0-1-1-15,0 0 2 16,2-12 0-16,-4-5 10 16,0-3-12-16,-3 1 12 15,-4 1 25-15,-2 1 0 16,0 5 17-16,-8 2-14 15,-4 2-2-15,-4 6-1 16,-2 2 0-16,-2 0-16 16,1 6-30-16,3 10-92 15,1-3-96-15,7-4-163 0</inkml:trace>
  <inkml:trace contextRef="#ctx0" brushRef="#br0" timeOffset="41500.37">7221 9487 859 0,'0'0'857'0,"0"0"-658"16,0 0-10-16,0 0-39 15,0 0-53-15,0 0-60 16,0 0 44-16,35 63-45 0,-15-23-24 16,-1 5 7-1,-1 4-7-15,0 0-3 0,-3 0-9 16,-5-6-13-16,-1-2 2 15,-3-6-51-15,0-8-44 16,-3-7-19-16,0-11-49 16,-1-9-39-16,1 0-4 15,0-13 29-15,0-8 32 16,-2-5 108-16,-1-2 48 15,0-2 35-15,0 1 30 16,0 1 44-16,0 2 35 16,0 8-18-16,0 5-25 15,5 7-29-15,8 6-44 16,4 0 27-16,2 9-16 15,3 8-18-15,-1 5-8 0,0 4-13 16,-3 2 7-16,-6 0-7 16,-8-1 1-16,-4-3 3 15,-4 0-3-15,-17-3-2 16,-6-3-10-16,-3-3-62 15,-1-6-68-15,0-9-69 16,8-2-85-16,8-12-956 0</inkml:trace>
  <inkml:trace contextRef="#ctx0" brushRef="#br0" timeOffset="42115.4">7787 9780 1371 0,'0'0'339'15,"0"0"-130"-15,0 0-55 16,0 0-64-16,0 0-22 16,0 0-68-16,0 0-2 15,-40 5-23-15,24 11 12 16,2 2 11-16,3 1 2 15,4-2-13-15,7-4 4 16,0-5-26-16,3-3-5 16,14-5 2-16,1 0-23 15,1-3-1-15,-2-9-5 16,0-2-18-16,-4 1 29 15,-5-1 33-15,-3 1 23 0,-4 2 10 16,-1 2 28 0,0 2 37-16,0 4 8 0,0 0-10 15,-1 3-3-15,-1 0-31 16,1 6-13-16,1 8 21 15,0 2-29-15,0 1-6 16,9-1-11-16,4-1-1 16,7-3 0-16,0-4-27 15,2-4-15-15,1-4-3 16,-2 0-26-16,-4-11-10 15,-3-9-7-15,-5-8-7 16,-5-5 40-16,-4-6 5 16,0-5-18-16,-2-2 34 15,-7-1 24-15,-2 0 10 16,1 7 37-16,3 6 40 0,1 11 73 15,3 12 51-15,1 11-22 16,2 5-76-16,0 24 14 16,0 10 23-16,11 11-63 15,5 6-49-15,5 2-28 16,3 1-15-16,3-1-96 15,8 11-75-15,-6-16-154 16,-5-12-415-16</inkml:trace>
  <inkml:trace contextRef="#ctx0" brushRef="#br0" timeOffset="43826.5">8872 9701 1646 0,'0'0'490'16,"0"0"-375"-16,0 0 39 15,0 0-45-15,91 32-60 16,-60-22-46-16,1-3-3 15,-2-2-67-15,-7-4-40 16,-4-1-7-16,-6 0-29 16,-7-10 37-16,-6-5 15 15,0-4 5-15,-6 0 49 0,-12 0 17 16,-3 1 10-16,-3 4 9 15,0 5 1-15,-1 4 18 16,4 5 20-16,0 0 13 16,5 16 17-16,5 9-11 15,8 5-3-15,3 3-1 16,2 1-40-16,14-1-4 15,8-8-9-15,6-5-27 16,3-12 14-16,3-8-39 16,2 0-21-16,1-16-20 15,-1-8-14-15,-4-3 34 16,-3-3 47-16,-5 0 26 15,-7 6 19-15,-6 4 33 0,-5 8 53 16,-3 6 32 0,-1 4-22-16,0 2-23 0,4 3-32 15,5 13 42-15,2 5-20 16,4 4-46-16,1 2-20 15,1 0-1-15,-1-1-14 16,-3-6-1-16,-4-1 0 16,-2-3-3-16,-7-5-13 15,-1-4-9-15,-3-4-12 16,0-2 19-16,0-1 0 15,-6 0 5-15,-3-8-5 16,1-7-16-16,2-3 18 16,3-1-1-16,-1-3 7 15,4 3 8-15,0 0-26 0,4 3 18 16,10 2 10-16,1 3 0 15,5 2 15-15,1 4 4 16,1 5-3-16,0 0 23 16,4 0 7-16,-4 0-9 15,2 2-13-15,-5 1-4 16,-4 2-11-16,-4 1-7 15,-4 1-2-15,-2 4 10 16,-4 4 11-16,1 4 28 16,-2 0-22-16,0 1-17 15,0-3 6-15,0-5-16 16,0-4-1-16,0-5-6 15,0-3-25-15,1 0 0 0,5-13-3 16,4-8-52 0,4-6 41-16,5-4-9 0,2 0-16 15,3 2 27-15,3 2 7 16,0 4 2-16,0 7 27 15,-4 4-2-15,-3 6 10 16,-4 5 34-16,-4 1-27 16,-3 0 34-16,-1 0-7 15,-5 0-14-15,0 0-13 16,-3 3 0-16,0 0 5 15,0 1-11-15,0 5 21 16,-8 3 19-16,-4 3-18 16,5 5 8-16,1 2-13 15,4-2-17-15,2 3 7 16,3-2 1-16,12-2 18 0,5-3-27 15,0-6-43-15,0-4 25 16,-4-3-86-16,-5-3-8 16,-7 0 43-16,-4-9 1 15,0-3-9-15,-6-4 27 16,-9 1 24-16,-3 0 26 15,1 0 1-15,3-1 16 16,5 1 8-16,8-1-7 16,1 4-2-16,7 0 7 15,15 1 2-15,5 2 13 16,6 1 5-16,3 2 72 15,0 1-72-15,0 2-32 16,-2 3 23-16,-3 0 36 16,-2 0-20-16,-6 8 20 15,-2 5-7-15,-7 1-26 0,-5 5 4 16,-5 2-3-16,-1 3-10 15,-3 1 6-15,0 0-22 16,0-4 5-16,-7-5-14 16,1-3-2-16,1-6-2 15,2-4-12-15,-1-3-11 16,1-4-13-16,0-15-28 15,3-7 20-15,0-7 20 16,0-5-5-16,10-2 11 16,4-3 8-16,2 2-1 15,5 3 12-15,2 4-35 16,3 4-20-16,3 6-8 0,10 6-62 15,-8 7-104-15,-4 5-169 16</inkml:trace>
  <inkml:trace contextRef="#ctx0" brushRef="#br0" timeOffset="45162.58">5454 11275 751 0,'0'0'552'0,"0"0"-388"16,0 0-17-16,0 0-23 15,0 0 0-15,0 0-8 16,0-76-31-16,0 74-37 15,0 2-5-15,0 0-13 16,0 1-4-16,0 15-16 16,0 6-2-16,0 4 2 15,0 1-10-15,5-4-12 0,8-3 5 16,2-6-28-16,3-9-2 15,-2-5-5-15,1 0-9 16,-7-5 35-16,-2-7 3 16,-3-4 13-16,-5 1 0 15,0 1 0-15,-1 1 2 16,-12 3 1-16,0 8-3 15,-3 2-11-15,-7 15-81 16,4 9-106-16,2 2-151 0</inkml:trace>
  <inkml:trace contextRef="#ctx0" brushRef="#br0" timeOffset="48317.75">6343 10905 1230 0,'0'0'288'0,"0"0"-124"15,0 0-27-15,0 0 14 16,0 0-32-16,0 0-62 16,0 0-48-16,6 20 13 15,0 16 77-15,0 11-25 16,-2 9-6-16,1-1-29 15,0 2-15-15,-4-5-2 0,1-5-22 16,-2-4-55-16,0-6-53 16,-3-7-109-16,-11-8-96 15,1-8-196-15,1-9-633 16</inkml:trace>
  <inkml:trace contextRef="#ctx0" brushRef="#br0" timeOffset="48895.78">6304 10902 1141 0,'0'0'297'0,"0"0"-180"15,0 0-50-15,0 0 35 16,0 0-17-16,0 0-38 16,0 0-6-16,11-14-21 15,-10 12 36-15,-1 2 16 16,0 0-25-16,0 0-2 15,2 0-9-15,-1 2-23 16,6 8 31-16,1 4-5 16,7 7 1-16,6 6 19 15,9 5 5-15,4 6 5 16,7 2-27-16,3 1-17 15,0-3 2-15,-4-4-27 16,-3-5 8-16,-7-3-8 0,-6-6 6 16,-6-6-6-16,-8-6 0 15,-4-2-2-15,-2-5-4 16,-2-1 12-16,-2 0-4 15,0 0 15-15,0-6-6 16,0-10 2-16,0-11-13 16,-9-8 0-16,-1-11-1 15,-4-17-23-15,1-1-1 16,1-2-9-16,-1-2-20 15,7 14 37-15,-2-3 15 16,4 10 2-16,0 12 9 16,3 10-9-16,-1 8 15 0,2 5 0 15,0 9-15 1,0 1-7-16,0 2-100 0,0 0-162 15,0 10-96-15,0-2-425 16</inkml:trace>
  <inkml:trace contextRef="#ctx0" brushRef="#br0" timeOffset="50947.91">7004 11157 1111 0,'0'0'311'15,"0"0"-148"-15,0 0-26 16,0 0 0-16,0 0 3 15,0 0-54-15,0 0-35 16,0-53 1-16,3 52-11 16,-3-1 7-16,0 2 8 15,0 0-25-15,0 9 10 16,0 10-2-16,0 6 22 15,4 7-8-15,6 0-39 16,2 0 4-16,4-1-5 16,1-5-11-16,2-7-4 0,0-4-5 15,-2-8-23 1,-1-7-3-16,-3 0-23 0,-1-6 16 15,-1-12 3-15,-5-7-2 16,-2-2-2-16,-4-3-8 16,0 2 22-16,0 1 26 15,-6 2-11-15,-4 2 11 16,0 5 1-16,3 4 0 15,3 5 17-15,1 5 2 16,3 4 9-16,0 0-15 16,0 0-13-16,0 4 0 15,7 10 22-15,5 4-12 16,0 4 14-16,0 0-24 15,3 2 0-15,0-1 0 0,1-3-8 16,1-5-21-16,1-3-9 16,-2-10-23-16,2-2 4 15,-2 0-29-15,-1-15-25 16,-1-4 8-16,-5-3-8 15,-2-2 46-15,-4 1 41 16,-1 2 24-16,-2 1 28 16,0 4 4-16,0 2 19 15,0 3 20-15,0 6-16 16,3 1-13-16,4 4-20 15,-1 0 5-15,5 0 10 16,-1 0-1-16,2 4-10 16,-2 3 2-16,0 2 4 0,-2 0 1 15,-2 1-4 1,-3 3-8-16,0 2 3 0,0 0 2 15,-1 3-18-15,-1-2-7 16,-1-4 1-16,2-2 5 16,-1-5-7-16,1-2-4 15,2-3-7-15,1 0-9 16,2-4 9-16,1-10-3 15,-1-4-22-15,2-4 1 16,-3 0 18-16,0-1-9 16,0 3 26-16,0 5 0 15,-3 4 0-15,1 5 5 16,-1 4 4-16,0 2 16 15,5 0 33-15,-1 8-1 16,7 6-2-16,-2 4 2 0,2 2-3 16,0 1-3-16,-2 0-32 15,-2-1-8-15,-2-2-10 16,-1-4-1-16,-1-3 0 15,-1-3-21-15,-2-5-28 16,0-3 0-16,1 0-13 16,4-8 35-16,0-8 14 15,1-7-23-15,-1-4 26 16,0 1-14-16,-3-1 9 15,0 3 8-15,-1 2 6 16,-2 8 1-16,1 4 19 16,-2 7 4-16,-1 1 14 15,3 2-28-15,2 2 10 16,2 8 44-16,2 6-19 15,0 2-14-15,-1 4 3 0,2-1-11 16,-3 0 6-16,3 2-28 16,0-3 10-16,2-4-23 15,0-3 3-15,1-5-2 16,2-5-25-16,3-3-12 15,0 0-6-15,3-11-25 16,0-6-13-16,-2-3 9 16,0-2-12-16,-4-1 54 15,-4 2 36-15,-4 1 6 16,-4 0 6-16,-3 2 10 15,0 0-6-15,0 1 19 16,-3 0-14-16,-6 5 8 0,-4 1-22 16,1 4 0-16,-2 7-1 15,0 0-3-15,2 10-3 16,1 13 6-16,5 3 24 15,5 4 1-15,1 0-17 16,0-4 1-16,14-6-2 16,2-5-7-16,3-4-12 15,-1-8-5-15,3-3-17 16,1 0-12-16,-2-12-2 15,-1-5-25-15,-4-3 26 16,-3 0-28-16,-3-2 27 16,-5 2 31-16,1 3 17 15,-1 2 23-15,-3 4 40 16,3 4 13-16,-1 4-3 15,0 3-7-15,1 0-13 0,2 0 34 16,3 7-30-16,0 6-2 16,0 2 3-16,2 2-26 15,-1-1-8-15,-1-1-23 16,-2-2-1-16,0-6 0 15,0-4-19-15,0-3-24 16,2 0 12-16,4-6-12 16,1-9-4-16,1-3-18 15,-2 0 38-15,-2 3 18 16,-1 3 18-16,-4 4-7 15,2 4 30-15,-1 4-4 16,5 0 31-16,2 0-10 16,0 10-9-16,3 5-2 0,1 6-32 15,-5-1 5 1,-1 6-10-16,-5-1-1 0,-5 0-9 15,-2-2-43-15,0-3-56 16,-18-6-76-16,0-5-126 16,-1-7-396-16</inkml:trace>
  <inkml:trace contextRef="#ctx0" brushRef="#br0" timeOffset="51089.92">8316 10763 1551 0,'0'0'326'15,"0"0"-244"-15,0 0-82 0,0 0-78 16,0 0-214-16</inkml:trace>
  <inkml:trace contextRef="#ctx0" brushRef="#br0" timeOffset="51592.95">8805 11046 1119 0,'0'0'324'0,"0"0"-129"16,0 0-39-16,0 0 3 16,0 0-29-16,0 0-33 15,1-77-11-15,-1 72 3 16,-3 3-12-16,-10 2 6 15,-2 9-13-15,-4 14-14 16,1 8 7-16,0 5-18 0,4 4-20 16,6-2-6-16,8-5-13 15,0-7-6-15,8-6-17 16,14-8-12-16,4-6-28 15,7-6-70-15,2 0-57 16,14-14-83-16,-10-5-216 16,-8-3-265-16</inkml:trace>
  <inkml:trace contextRef="#ctx0" brushRef="#br0" timeOffset="52139.98">9054 11055 732 0,'0'0'628'0,"0"0"-467"15,0 0-56-15,0 0 8 16,0 0-2-16,0 0-50 15,0 0-32-15,6-6-4 0,-6 7 6 16,-7 13 39-16,-4-2-39 16,-1 8 13-16,3-4-23 15,5 1-20-15,4-3 4 16,0-4-5-16,0-5-8 15,12-3 7-15,4-2-9 16,1 0-12-16,0-6 10 16,-1-6-19-16,-2-2 4 15,-5-3 7-15,-1 0 17 16,-5-1 2-16,-2 3 2 15,-1 3 15-15,0 2 26 16,0 2-22-16,0 5 23 0,0 3 0 16,0 0-23-16,0 3-18 15,0 13 35-15,0 2 9 16,11 4-30-16,4-2-16 15,4-2 0-15,6-4-3 16,2-4-17-16,3-9-5 16,0-1-19-16,-5-6 3 15,-4-13-23-15,-5-8-12 16,-7-7 13-16,-4-5 19 15,-5-8 20-15,0-5 13 16,0-1-8-16,-11-1 19 16,0 6 1-16,0 10 24 15,2 9 73-15,2 14 16 0,4 9 17 16,3 6-36-1,0 14-58-15,0 19 63 0,15 10-17 16,4 8-62-16,8 6-21 16,3 1-43-16,11 11-121 15,-8-10-146-15,-9-15-355 0</inkml:trace>
  <inkml:trace contextRef="#ctx0" brushRef="#br0" timeOffset="52874.02">10179 10647 1031 0,'0'0'287'0,"0"0"-122"16,0 0-9-16,0 0 26 15,0 0-16-15,0 0-45 16,0 0-25-16,-71-58-26 15,35 68-5-15,-2 8 3 16,2 4-19-16,5 4 0 16,7 0-39-16,10-3 4 0,11-1-10 15,3-7-3-15,11-1-2 16,16-5-11-16,6-5-25 15,7-4 5-15,2 0-39 16,3 0 19-16,-3 0 14 16,-3-3-12-16,-7 3 25 15,-3 0 19-15,-7 3 6 16,-6 13 28-16,-7 9 22 15,-4 6 29-15,-5 7-8 16,0 5-29-16,-11 2-11 16,-2 1-16-16,1-4-15 15,0-2 0-15,5-8-37 16,2-6-64-16,4-12-44 0,1-14-109 15,1 0-65 1,8-12-229-16</inkml:trace>
  <inkml:trace contextRef="#ctx0" brushRef="#br0" timeOffset="53087.03">10491 10589 87 0,'0'0'1467'0,"0"0"-1146"15,0 0-104-15,0 0-26 16,0 0 9-16,24 103-72 15,-8-59-61-15,2 3-41 16,2 1-24-16,-1-1-2 16,-3-3-58-16,-4-5-39 15,-6-4-65-15,-6 0-55 0,-3-8-131 16,-10-7-247-16</inkml:trace>
  <inkml:trace contextRef="#ctx0" brushRef="#br0" timeOffset="53559.06">10452 10939 1333 0,'0'0'482'16,"0"0"-311"-16,0 0 39 16,0 0-17-16,97 4-55 15,-54-1-76-15,4-2-46 16,0 1-16-16,-2-2-91 0,-3 0-76 15,-9 0-98 1,-7 0-71-16,-7 0-60 0,-6 0-143 16,-6 0 129-16,-4-2 410 15,-1-3 411-15,-2-2-90 16,0 0-84-16,0-1-33 15,-8 3-10-15,-1 0-39 16,-1 3 1-16,1 2-51 16,0 0-55-16,-1 4-23 15,4 9-27-15,0 2 1 16,3 2-2-16,1 1-32 15,2-1 20-15,0-1-24 16,0-5-50-16,0-2-18 16,0-6-40-16,3-3-17 15,2 0 44-15,1-7 39 16,4-12 41-16,0-5 18 0,3-3 20 15,0 1 0-15,-3 0 9 16,1 5 7-16,-1 5-3 16,-4 9-6-16,-1 7-7 15,-2 0-19-15,3 21-7 16,-1 3-123-16,1-2-674 0</inkml:trace>
  <inkml:trace contextRef="#ctx0" brushRef="#br0" timeOffset="54062.09">11098 10367 1428 0,'0'0'345'0,"0"0"-83"0,0 0-94 15,0 0 24-15,-12 113-46 16,12-55-79-16,0 3-50 16,11-2 8-16,3 1-25 15,3-5-16-15,1-8 8 16,-3-5-32-16,0-6 27 15,-3-9-18-15,-6-9 2 16,-1-7 19-16,-2-8-24 16,-1-3 32-16,1-2-13 15,2-14-14-15,1-7 29 16,1-5-1-16,5-3 1 0,1-3-1 15,2 3 0 1,0 6 1-16,0 6 10 0,0 9-9 16,1 9 19-16,-1 1-5 15,3 7-7-15,0 10 1 16,3 7-9-16,-2 1-1 15,-4 4 1-15,-3 0-9 16,-6-1 9-16,-6-1 0 16,0-1 0-16,-10-1 15 15,-10-5-7-15,-3-2 20 16,-4-4-25-16,0-4-3 15,0-5-34-15,4-5-73 16,6-10-86-16,5-7-81 16,10-6-281-16</inkml:trace>
  <inkml:trace contextRef="#ctx0" brushRef="#br0" timeOffset="54325.1">11696 10789 1333 0,'0'0'346'15,"0"0"-119"-15,0 0 35 16,0 0-9-16,0 0-68 0,35 82-114 15,-29-50-37 1,0 1-34-16,-3-5-40 0,-3-4-40 16,0-7-84-16,-2-11-81 15,-11-6-129-15,-2 0-343 0</inkml:trace>
  <inkml:trace contextRef="#ctx0" brushRef="#br0" timeOffset="54462.11">11616 10581 1465 0,'0'0'349'15,"0"0"-143"-15,0 0-123 16,0 0-82-16,0 0-1 16,0 0-196-16,0 0-463 0</inkml:trace>
  <inkml:trace contextRef="#ctx0" brushRef="#br0" timeOffset="54851.13">12014 10311 1071 0,'0'0'566'0,"0"0"-328"15,0 0-2-15,0 0-72 16,0 0 67-16,0 83-110 16,3-30-67-16,3 11-16 15,7 1-29-15,1-2-3 16,1-5-6-16,0-8-38 15,-2-12-30-15,-4-9-32 16,-1-9-57-16,-5-11-66 16,-2-6-138-16,-1-3-323 0</inkml:trace>
  <inkml:trace contextRef="#ctx0" brushRef="#br0" timeOffset="55053.14">12341 10689 1209 0,'0'0'526'0,"0"0"-345"15,0 0 6-15,0 0 54 16,0 0-40-16,0 0-79 16,30 100-100-16,-26-70-22 15,-1-3-24-15,0-6-77 16,0-5-48-16,-3-8-68 15,0-6-124-15,0-2-145 0</inkml:trace>
  <inkml:trace contextRef="#ctx0" brushRef="#br0" timeOffset="55361.16">12572 10165 1179 0,'0'0'825'0,"0"0"-560"16,0 0-96-16,0 0-77 0,0 0-5 15,16 90-10 1,-5-12-38-16,2 0-39 0,-2-6-3 16,-1-12-32-16,1-16-60 15,-1 0-33-15,1 0-33 16,-1-5-58-16,-4-12-77 15,-3-10-227-15</inkml:trace>
  <inkml:trace contextRef="#ctx0" brushRef="#br0" timeOffset="55827.18">12571 10638 1620 0,'0'0'484'0,"0"0"-325"15,0 0 22-15,0 0-13 16,94 0-101-16,-54-4-67 15,0-5-18-15,2-2-102 16,0-3-48-16,-5-3-63 16,-4-1 32-16,-6 1 49 15,-11 0 25-15,-6 3 96 16,-5 4 29-16,-2 3 54 15,-3 4 86-15,1 3-30 16,1 0 73-16,1 2-109 16,0 6 17-16,0 3 74 15,3 2-116-15,3 2-37 16,1 1 19-16,7 3-30 15,1 3 0-15,2 0-2 16,-1 2-19-16,0 2 14 0,-1 0 0 16,-3 4 1-16,1 2 4 15,1 2 1-15,-1 5-15 16,0-2-1-16,-1 0-10 15,-3-1-5-15,-4-3 12 16,-5-1-8-16,-3-4 26 16,-6-3-57-16,-15-4 40 15,-15-2 17-15,-9-5-101 16,-40-13-80-16,10-1-68 15,1-1-129-15</inkml:trace>
  <inkml:trace contextRef="#ctx0" brushRef="#br0" timeOffset="56011.2">12312 10360 667 0,'0'0'1070'0,"0"0"-888"16,0 0 10-16,0 0-67 15,0 0-125-15,0 0-7 16,-86 37-252-16,68-33-511 0</inkml:trace>
  <inkml:trace contextRef="#ctx0" brushRef="#br0" timeOffset="57380.28">5627 12340 1181 0,'0'0'355'16,"0"0"-227"-16,0 0-23 15,0 0-11-15,0 0-49 16,0 0-14-16,0 0-25 15,-44 60-6-15,44-35 10 16,11-2-4-16,6-3 1 16,2-6 8-16,-1-6-15 15,0-7 0-15,-4-1 7 0,-1 0 8 16,-6-13 8-16,-4-1-13 15,-1-2 24-15,-2 1-15 16,0 3-13-16,-8 2 6 16,-5 4-12-16,-4 6-35 15,0 0-50-15,-5 28-99 16,3 1-90-16,6 1-325 0</inkml:trace>
  <inkml:trace contextRef="#ctx0" brushRef="#br0" timeOffset="61420.51">6515 12157 679 0,'0'0'786'0,"0"0"-628"16,0 0-31-16,0 0 63 15,0 0 4-15,0 0-58 16,0 0-49-16,51-59-17 16,-48 55-32-16,-2 0 14 15,-1 1-6-15,0 1-14 16,0-4 12-16,0-1-29 15,-9 0-6-15,-9 0 5 16,-3 1-14-16,-6 3-1 16,-2 3 1-16,-3 0 0 15,-2 13-1-15,-1 10 1 0,1 10 0 16,0 11 7-16,7 10-6 15,6 5 7-15,9 3 3 16,8 1-10-16,4-6-2 16,15-6-8-16,11-8 9 15,10-9 0-15,5-10-4 16,3-8-38-16,14-14-73 15,-11-2-190-15,-10 0-250 0</inkml:trace>
  <inkml:trace contextRef="#ctx0" brushRef="#br0" timeOffset="62162.55">6925 12341 644 0,'0'0'834'0,"0"0"-678"16,0 0-61-16,0 0 36 15,-86 13-34-15,65 4-32 16,4 5-28-16,3 4-35 0,4 1 8 15,7 1-10-15,3-1 1 16,0-3-2-16,5-5 0 16,6-4 1-16,2-6 0 15,-1-4-1-15,-1-5-24 16,-1 0-19-16,-3-3 7 15,-2-11 15-15,0-3-3 16,-3-1 25-16,-1-3 1 16,1-1 0-16,1 1 27 15,1 1-13-15,2 4-6 16,2 1 20-16,2 7-5 15,1 2 13-15,1 5 10 16,3 1-4-16,0 0 31 16,2 5-31-16,1 7-15 15,-3 2 9-15,0 1-10 0,-4 3 2 16,-1 2-9-16,-2-1-19 15,-1 2 24-15,-1-6-11 16,-2-2-12-16,-1-3 1 16,1-6 6-16,-3-1-9 15,2-3 0-15,0 0-8 16,4-7 8-16,1-7 1 15,2-6 5-15,0-1-6 16,1 0 0-16,-2-1 0 16,3 7 0-16,-3 3 0 15,2 6 5-15,0 6 2 16,3 0 10-16,3 10 21 0,2 8-5 15,1 6-12-15,1 0-15 16,-6 1-6-16,0-1-78 16,-9 7-89-16,-1-5-140 15,-5-8-286-15</inkml:trace>
  <inkml:trace contextRef="#ctx0" brushRef="#br0" timeOffset="62943.6">7491 12343 1197 0,'0'0'351'15,"0"0"-199"-15,0 0 5 16,0 0-20-16,0 0-28 15,0 0-1-15,0 0-28 0,0-34-36 16,-8 34 19 0,-6 6-38-16,-3 11-9 0,-1 5 26 15,4 6-32-15,5 1 18 16,6-1-13-16,3-5-9 15,3-3-6-15,14-4 0 16,5-5-30-16,2-5-21 16,0-4-32-16,0-2 11 15,-3 0 2-15,-8 0 5 16,-3 0 39-16,-5 0 5 15,-5 0 21-15,0 5 33 16,0 5-7-16,-1 6 30 16,-10 7-4-16,2 4-31 15,2 3-2-15,-1-2-6 0,4-4-7 16,0-7-6-16,2-7 0 15,2-8-1-15,0-2-32 16,13-6 6-16,5-15-2 16,5-9-41-16,3-6-27 15,4-2-26-15,2 1-7 16,-1 7 9-16,-4 7 53 15,-4 9 68-15,-4 10 3 16,-3 4 54-16,-3 0 59 16,-1 12 11-16,-3 6-13 15,-1 3-5-15,-5 1-17 16,-2 2-21-16,-1 0-22 15,0-1-37-15,0-4-12 0,0-2-6 16,0-5-73 0,-3-2-63-16,-6-10-110 0,0-2-99 15,-1-11-561-15</inkml:trace>
  <inkml:trace contextRef="#ctx0" brushRef="#br0" timeOffset="63094.6">7676 12369 1485 0,'0'0'401'15,"0"0"-208"-15,0 0-86 16,0 0-50-16,0 0-57 16,0 0-90-16,0 0-161 15,56 48-332-15</inkml:trace>
  <inkml:trace contextRef="#ctx0" brushRef="#br0" timeOffset="63411.62">8041 12317 1164 0,'0'0'649'16,"0"0"-492"-16,0 0-1 15,0 0 19-15,0 0-46 16,0 0-75-16,-52 75-54 16,48-51-9-16,4-3-15 15,0-3-37-15,8-2 29 16,10-5-8-16,5-2-12 15,2-2 21-15,-1-3-6 16,0-1 10-16,-5-1 21 16,-5-1-5-16,-6-1 11 15,-8 4 1-15,0 3-1 0,-8 7 56 16,-9 6-17-16,-5 5-3 15,0 4-22-15,0 1-14 16,3 0-65-16,1-1-90 16,6-9-147-16,6-9-204 0</inkml:trace>
  <inkml:trace contextRef="#ctx0" brushRef="#br0" timeOffset="63634.63">8311 12101 874 0,'0'0'876'15,"0"0"-663"-15,0 0 8 16,0 0-48-16,0 0 8 16,0 0-29-16,-8 103-78 15,8-53-19-15,14 1-43 16,4-3-12-16,0-5-10 15,1-4-55-15,-2-9-22 16,-4-5-59-16,-7-4-73 16,-4-9-109-16,-2-5-257 0</inkml:trace>
  <inkml:trace contextRef="#ctx0" brushRef="#br0" timeOffset="63814.65">8222 12365 1542 0,'0'0'530'0,"0"0"-309"16,85 0-19-16,-44-3-107 16,4 1-41-16,-5-4-54 15,4-4-133-15,-11 2-215 16,-8-2-555-16</inkml:trace>
  <inkml:trace contextRef="#ctx0" brushRef="#br0" timeOffset="64762.7">8642 12412 474 0,'0'0'1064'0,"0"0"-813"16,0 0-71-16,0 0-26 15,0 0-26-15,0 0-6 16,0 0-82-16,70 31-23 16,-41-23-17-16,-1-5-32 15,0-3-1-15,-5 0-13 16,-2-6 18-16,-7-7-6 15,-7 0 7-15,-7-3 26 0,0 1 0 16,-9 1-3 0,-8 1 4-16,-5 4 13 0,-2 7-5 15,3 2 9-15,0 1-16 16,5 14 14-16,4 7-13 15,6 3-2-15,6 2 0 16,0-3-6-16,11-1 6 16,12-8-21-16,9-6-43 15,4-8 0-15,3-1-3 16,0-11-22-16,-3-9 23 15,-3-4 19-15,-5-1 36 16,-7 1 11-16,-4 4 19 16,-6 4 55-16,-4 5 48 15,-3 6 12-15,-2 3-20 16,1 2-40-16,3 0-31 0,1 8 24 15,5 9-17-15,0 2-25 16,3 3-25-16,-2-1 8 16,0-1-17-16,0-2 3 15,-4-3-13-15,-1-4-2 16,-2-4-1-16,0-3-10 15,-1-2 0-15,1-2-14 16,3-4 19-16,1-9 2 16,2-9-8-16,3-1 8 15,0-6 1-15,0 2 17 16,-1 6 6-16,-3 4 1 15,-2 9 18-15,-3 8 12 16,-1 0-2-16,1 15 62 16,6 13-32-16,-2 4-31 15,6 3-27-15,0-1-48 0,1 8-73 16,-3-8-149-16,-5-8-305 15</inkml:trace>
  <inkml:trace contextRef="#ctx0" brushRef="#br0" timeOffset="65226.73">9529 12320 1335 0,'0'0'365'16,"0"0"-134"-16,0 0-68 16,0 0-62-16,0 0-50 15,0 0-17-15,0 0-8 0,-44 76-25 16,41-46 4-16,3-2-5 15,0-7-33-15,12-2-2 16,8-8-42-16,2-5-48 16,1-6-58-16,6-4-83 15,-3-12-98-15,-6-3-227 0</inkml:trace>
  <inkml:trace contextRef="#ctx0" brushRef="#br0" timeOffset="65533.74">9684 12364 788 0,'0'0'302'16,"0"0"-36"-16,0 0-24 15,0 0-25-15,0 0-40 16,0 0-63-16,0 0-15 15,-3 11-32-15,-2 2-14 0,2 0-22 16,2-2-6 0,1 3-23-16,0-3 3 0,0-1-5 15,10-3 0-15,5-1 0 16,2-4-9-16,3-2-2 15,4 0-2-15,2 0 0 16,0 0 13-16,0 9 0 16,2 8 0-16,1 10 1 15,-1 8 13-15,-3 8-7 16,-6 4-7-16,-8 6 1 15,-8-2 6-15,-3-2-7 16,-10-4 1-16,-14-6 3 16,-8-9-4-16,-6-7-19 15,-5-9-40-15,-23-14-117 16,11 0-80-16,7-12-265 0</inkml:trace>
  <inkml:trace contextRef="#ctx0" brushRef="#br0" timeOffset="66877.82">10801 12262 546 0,'0'0'784'0,"0"0"-575"15,0 0-21-15,0 0-23 16,0 0-1-16,0 0-49 0,0 0-46 15,-80-32-13 1,54 36-20-16,4 13-1 0,2 4-9 16,6 6-17-16,8 1 22 15,6-1-30-15,0-2-1 16,10-4 0-16,7-9-25 15,5-5-15-15,0-7 0 16,-1 0-6-16,-2-7 22 16,-2-9-1-16,-4-3 16 15,-4-1 9-15,-1-1 0 16,-3 0 15-16,-3 2 5 15,0 2 16-15,-2 4-5 16,0 5-4-16,0 3-16 16,0 3 8-16,0 2-18 15,0 0 0-15,1 0 0 0,4 7 6 16,1 6 32-16,0 3-29 15,0 2 2-15,1 0 8 16,0-1-19-16,0-2-1 16,2-2 0-16,-1-4-6 15,3-4 6-15,-2-2-24 16,3-3-22-16,-3 0 10 15,0-3-2-15,1-8 13 16,-3-3 3-16,1-4 3 16,0-2 18-16,2-2 1 15,-1 2 0-15,-2 3 11 16,4 3-3-16,-2 4 24 15,0 6-10-15,4 4-4 16,2 0 28-16,6 2 3 16,4 10-13-16,1 3 7 0,1 1-9 15,-2 0 3-15,-3 1-12 16,-7 2-19-16,-5-2 12 15,-5-1-18-15,-5-1 2 16,0-4 7-16,0-5-8 16,0 0-2-16,0-6 1 15,0 0-37-15,1-2-14 16,7-14-80-16,11-13-72 15,-4 2-80-15,5 3-310 0</inkml:trace>
  <inkml:trace contextRef="#ctx0" brushRef="#br0" timeOffset="67267.84">11582 12194 421 0,'0'0'1029'16,"0"0"-827"-16,0 0-61 15,0 0 0-15,0 0-50 16,-87 44-53-16,79-10-38 16,5 1-6-16,3-2-13 15,2-7-7-15,16-6-23 16,3-10 5-16,3-8-38 15,2-2 8-15,-2-15 10 16,-4-9-6-16,-2-9 27 16,-8-6 16-16,-4-5 25 0,-6-6 2 15,0-6 0-15,0-5 6 16,-6 0 6-16,-1 6-1 15,-2 9 71-15,-2 15 11 16,5 14 42-16,-1 17 27 16,2 5-20-16,5 28-24 15,0 13-20-15,2 9-68 16,14 7-30-16,19 25-51 15,-5-18-175-15,-2-13-252 0</inkml:trace>
  <inkml:trace contextRef="#ctx0" brushRef="#br0" timeOffset="67845.88">12636 11903 1106 0,'0'0'310'16,"0"0"-147"-16,0 0 14 15,-13-93-10-15,-3 68-7 16,-6 10 4-16,-1 9-36 15,-7 6-12-15,-3 16-30 16,-6 30-11-16,1 33 2 16,11 28-7-16,16 11-13 0,11-16 7 15,11-29-41-15,13-30-14 16,5-9-9-16,13-1-35 15,7-4-33-15,8-5-61 16,1-12-63-16,8-14-97 16,-16-16-200-16,-11-7-273 0</inkml:trace>
  <inkml:trace contextRef="#ctx0" brushRef="#br0" timeOffset="68328.89">12874 12127 1243 0,'0'0'334'0,"0"0"-86"16,0 0-34-16,0 0-74 15,-54 79-74-15,46-55-38 16,4-1-28-16,1-5-1 16,3-3-37-16,0-5-24 15,0-4-28-15,9-5-5 16,6-1 46-16,1-7 7 15,5-10-50-15,0-4 26 16,1-3 32-16,-1 1 34 16,-4 3 45-16,-3 6 35 15,-4 4 31-15,-1 9 12 16,-1 1-39-16,3 6 36 15,1 11-26-15,3 4-43 16,0 1-10-16,-1-1-29 16,0-3 0-16,-1-4-12 0,-2-3-7 15,-4-1 7-15,1-4 0 16,-4-1-26-16,1-5 5 15,1 0-17-15,3-1 14 16,2-15 9-16,3-6-25 16,2-5 17-16,1-3 3 15,1 0 10-15,-5 6 10 16,2 6 6-16,-4 9 25 15,-1 9 3-15,0 0-33 16,1 18 39-16,1 10-40 16,0 7-50-16,4 17-117 15,-1-6-177-15,-4-10-435 0</inkml:trace>
  <inkml:trace contextRef="#ctx0" brushRef="#br0" timeOffset="69477.97">13645 12065 1088 0,'0'0'353'15,"0"0"-136"-15,0 0 33 16,0 0-48-16,0 0-56 16,0 0-69-16,0 0 15 15,1 59-33-15,10-25-31 16,5 1-17-16,5-1 2 0,2-6-13 15,2-4 12 1,-3-7-12-16,-1-8-22 0,-4-7 2 16,-4-2-8-16,-3-2-7 15,-5-16 33-15,-2-4-20 16,-3-3 4-16,0-5 17 15,-11 0 1-15,-3 1-2 16,-2 2 4-16,0 3-2 16,1 6 1-16,2 3 15 15,5 7 23-15,2 4 4 16,5 4-24-16,1 0 7 15,0 0-25-15,7 1 7 16,10 8 20-16,2 1-28 16,5 2 1-16,1 1 9 15,4 2-10-15,-1 2-1 0,0 2-5 16,1-4-28-16,-4-1-2 15,1-5-40-15,-3-5-4 16,-3-4 2-16,-4 0-5 16,-3-4 34-16,-4-10 8 15,-4-4 7-15,-3-4 33 16,-2-1-5-16,0 2 6 15,0 3 0-15,-10 4 18 16,-1 9 8-16,0 5 1 16,1 0-20-16,-4 12 12 15,5 9-19-15,0 4 2 16,5 3-2-16,2-2-9 15,2-2-13-15,2-5-21 16,13-8-17-16,7-7 12 16,3-4-5-16,1-1 16 0,2-15-1 15,-1-5 6-15,-3-1 32 16,-3-1 0-16,-6 3 35 15,-3 3 41-15,-6 6 1 16,-2 4 22-16,-1 6 2 16,0 1-30-16,2 0-30 15,2 11 18-15,3 7-2 16,1 3-29-16,2 2-27 15,-4-2-1-15,2-3 0 16,-5-4-14-16,1-5 7 16,-2-6-12-16,-1-3-14 15,1 0 26-15,2-7-13 0,3-9 14 16,3-6 5-16,-3-5-22 15,2-2 17-15,-3 1-7 16,-3 1 13-16,-1 6 10 16,-1 7-9-16,-3 6 10 15,-1 6 11-15,0 2-21 16,0 10 11-16,2 7-12 15,2 7-7-15,2 0-76 16,12 9-110-16,-3-8-138 16,3-3-497-16</inkml:trace>
  <inkml:trace contextRef="#ctx0" brushRef="#br0" timeOffset="70400.02">14697 12018 423 0,'0'0'801'0,"0"0"-618"16,0 0-73-16,0 0-30 15,0 0 3-15,0 0-6 16,0 0-8-16,-58-59 0 16,23 59 14-16,2 11 2 15,4 8-33-15,9 1-18 16,8 0-21-16,12 3-12 0,0-2 4 15,22 2-4-15,10 2 5 16,7-2-6-16,4 4-44 16,2-2-24-16,-2 2-21 15,0-1 25-15,-5 3 37 16,-7-2-18-16,-7 0 32 15,-12-4 13-15,-11 0 1 16,-1-7 47-16,-12 1-24 16,-12-7-2-16,-2-5 1 15,-6-3-23-15,-1-2 0 16,1 0 0-16,2-12-8 15,6-2-19-15,12-5-13 16,12 1-5-16,0 0 18 0,19 0 4 16,11-1 14-1,4 1-5-15,5-1-16 0,2 0-19 16,2-2-43-16,-1-3-15 15,-2-2 6-15,-4 1 35 16,-8-1 66-16,-10 4 8 16,-11 1 24-16,-7 4-4 15,-1 3-12-15,-16 4 43 16,-3 4 15-16,-3 3 2 15,0 3-10-15,1 0-27 16,3 12-19-16,5 2 1 16,7 0-21-16,7-3 0 15,0-1 0-15,12-5 0 16,9-1 0-16,3-4 0 0,4 0-29 15,4-6 14 1,-1-6-21-16,-1 1 15 0,-5 0 21 16,-6 4 2-16,-7 4 44 15,-3 3 32-15,-3 0 25 16,-1 13 55-16,-2 5-24 15,0 4-45-15,0 3-27 16,1-4-31-16,2-1-12 16,3-7-8-16,-2-3-11 15,1-5 0-15,0-5-15 16,2 0-12-16,-1-3-1 15,1-10-35-15,2 0 8 16,-3 0 11-16,-1 1 5 0,-1 4 25 16,0 5 2-1,-4 3 12-15,-1 0 5 0,0 1-5 16,-2 11 0-16,1 0-76 15,1 4-148-15,1-5-92 16,1-1-635-16</inkml:trace>
  <inkml:trace contextRef="#ctx0" brushRef="#br0" timeOffset="70872.05">15548 11926 1139 0,'0'0'316'16,"0"0"-111"0,0 0-49-16,0 0-31 0,0 0-72 15,0 0-47-15,0 0-2 16,-49 34 3-16,23-1 19 15,1 6 27-15,8 0-10 16,9-1 19-16,8-5-24 16,11-4 11-16,17-10-22 15,8-6-27-15,7-9-14 16,2-4-26-16,2-4-54 15,1-14-11-15,0-3 2 16,-6-3 34-16,-5-4 4 0,-4 2 33 16,-8 1 32-1,-4-1 45-15,-7 3-14 0,-7 2 47 16,-6 5-6-16,-1 1-4 15,0 5 9-15,-10 4-6 16,-3 6-12-16,-2 0 6 16,1 9-25-16,1 13 11 15,4 2-19-15,5 6-9 16,4 0-23-16,0-2-12 15,19-4-88-15,30-1-95 16,0-9-8-16,3-7-376 0</inkml:trace>
  <inkml:trace contextRef="#ctx0" brushRef="#br0" timeOffset="71061.06">16489 12044 1916 0,'0'0'378'16,"0"0"-119"-16,0 0-67 15,0 0-98-15,0 0-94 16,0 0-73-16,0 0-225 16,5 28-289-16</inkml:trace>
  <inkml:trace contextRef="#ctx0" brushRef="#br0" timeOffset="75964.34">19841 6942 1470 0,'0'0'217'16,"0"0"-105"-16,0 0 14 15,0 0 9-15,0 0-25 16,0 0-39-16,0 0-59 15,-9-43-11-15,46 40-2 0,14 2-4 16,24 1 4-16,-3 0-8 16,3 1 8-16,-3 9 0 15,-20 2-14-15,-3 5 13 16,-18 4-15-16,-20 2-16 15,-11 8 19-15,-22 10 14 16,-23 7 23-16,-13 9 10 16,-9 3-16-16,-2 1-6 15,4-5 5-15,10-5-16 16,16-6 6-16,19-7-6 15,17-4 1-15,6-2-10 16,30-2 2-16,13 2-6 16,25 0-17-16,22 2-20 15,-8-4-19-15,-7-2-4 16,-17-3-1-16,-22 1 25 0,-5 3 22 15,-7 8 13-15,-21 6 11 16,-6 4 3-16,-27 6 54 16,-15 6-22-16,-10 4-7 15,-5 3-16-15,-1 0-8 16,4-2-1-16,14-3 0 15,15-5 6-15,15-3-6 16,10-6-8-16,20 0-2 16,19-2-2-16,22 6-29 15,24 5 6-15,0-6-18 16,-8-5-2-16,-9-6 27 15,-20-3 28-15,-1 6-3 16,-8 5-3-16,-17 3 12 0,-22 3 23 16,-4 1 31-1,-30 3 0-15,-12 2-7 0,-6 2-33 16,0-3-9-16,8-4-11 15,11-4 0-15,15-6-8 16,17-5-4-16,1-2-22 16,22-3 21-16,11-1-38 15,8 1 24-15,4-1 0 16,4 5-26-16,-2-3 5 15,-7 4 19-15,-10 2 12 16,-14 1 17-16,-16 6 15 16,-3 3 36-16,-28 4 20 15,-12 4-24-15,-8 0-9 16,-1 1-13-16,1-2-25 0,11-2 10 15,9-1-8-15,14 0-1 16,11 0-1-16,6 0 0 16,14-1-7-16,14 0-14 15,5-4-27-15,4 0-2 16,2 1-4-16,-2 0 24 15,-4 5 30-15,-9 2 0 16,-6 2 52-16,-12 5 8 16,-6 0 16-16,0-2 6 15,-15-1-32-15,-5-4-9 16,1-4-20-16,3-9-13 15,2-5 0-15,7-10-2 16,4-4-6-16,3-7-58 0,0-3-101 16,0-6-124-1,0-7-667-15</inkml:trace>
  <inkml:trace contextRef="#ctx0" brushRef="#br0" timeOffset="76156.35">21795 11464 1482 0,'0'0'552'0,"0"0"-552"16,0 0-87-16,0 0-219 15,0 0-462-15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BE97E3-4DF8-4680-9273-985365FF77A8}" type="datetimeFigureOut">
              <a:rPr lang="en-GB" smtClean="0"/>
              <a:t>08/01/2025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95C486-B30A-4329-8521-67D2B1D2D33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602635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BE97E3-4DF8-4680-9273-985365FF77A8}" type="datetimeFigureOut">
              <a:rPr lang="en-GB" smtClean="0"/>
              <a:t>08/01/2025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95C486-B30A-4329-8521-67D2B1D2D33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4562555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BE97E3-4DF8-4680-9273-985365FF77A8}" type="datetimeFigureOut">
              <a:rPr lang="en-GB" smtClean="0"/>
              <a:t>08/01/2025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95C486-B30A-4329-8521-67D2B1D2D33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3900859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BE97E3-4DF8-4680-9273-985365FF77A8}" type="datetimeFigureOut">
              <a:rPr lang="en-GB" smtClean="0"/>
              <a:t>08/01/2025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95C486-B30A-4329-8521-67D2B1D2D33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200426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BE97E3-4DF8-4680-9273-985365FF77A8}" type="datetimeFigureOut">
              <a:rPr lang="en-GB" smtClean="0"/>
              <a:t>08/01/2025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95C486-B30A-4329-8521-67D2B1D2D33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5373566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BE97E3-4DF8-4680-9273-985365FF77A8}" type="datetimeFigureOut">
              <a:rPr lang="en-GB" smtClean="0"/>
              <a:t>08/01/2025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95C486-B30A-4329-8521-67D2B1D2D33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8185791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BE97E3-4DF8-4680-9273-985365FF77A8}" type="datetimeFigureOut">
              <a:rPr lang="en-GB" smtClean="0"/>
              <a:t>08/01/2025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95C486-B30A-4329-8521-67D2B1D2D33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9539095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BE97E3-4DF8-4680-9273-985365FF77A8}" type="datetimeFigureOut">
              <a:rPr lang="en-GB" smtClean="0"/>
              <a:t>08/01/2025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95C486-B30A-4329-8521-67D2B1D2D33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0040706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BE97E3-4DF8-4680-9273-985365FF77A8}" type="datetimeFigureOut">
              <a:rPr lang="en-GB" smtClean="0"/>
              <a:t>08/01/2025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95C486-B30A-4329-8521-67D2B1D2D33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4473985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BE97E3-4DF8-4680-9273-985365FF77A8}" type="datetimeFigureOut">
              <a:rPr lang="en-GB" smtClean="0"/>
              <a:t>08/01/2025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95C486-B30A-4329-8521-67D2B1D2D33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3916789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BE97E3-4DF8-4680-9273-985365FF77A8}" type="datetimeFigureOut">
              <a:rPr lang="en-GB" smtClean="0"/>
              <a:t>08/01/2025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95C486-B30A-4329-8521-67D2B1D2D33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9876215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BBE97E3-4DF8-4680-9273-985365FF77A8}" type="datetimeFigureOut">
              <a:rPr lang="en-GB" smtClean="0"/>
              <a:t>08/01/2025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995C486-B30A-4329-8521-67D2B1D2D333}" type="slidenum">
              <a:rPr lang="en-GB" smtClean="0"/>
              <a:t>‹#›</a:t>
            </a:fld>
            <a:endParaRPr lang="en-GB"/>
          </a:p>
        </p:txBody>
      </p:sp>
      <p:grpSp>
        <p:nvGrpSpPr>
          <p:cNvPr id="7" name="Group 4">
            <a:extLst>
              <a:ext uri="{FF2B5EF4-FFF2-40B4-BE49-F238E27FC236}">
                <a16:creationId xmlns:a16="http://schemas.microsoft.com/office/drawing/2014/main" id="{71685444-0273-EAE5-19FF-66AD1468883C}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44172" y="49974"/>
            <a:ext cx="1231012" cy="135764"/>
            <a:chOff x="0" y="3473"/>
            <a:chExt cx="15360" cy="1694"/>
          </a:xfrm>
          <a:solidFill>
            <a:srgbClr val="0000CD"/>
          </a:solidFill>
        </p:grpSpPr>
        <p:sp>
          <p:nvSpPr>
            <p:cNvPr id="8" name="Freeform 5">
              <a:extLst>
                <a:ext uri="{FF2B5EF4-FFF2-40B4-BE49-F238E27FC236}">
                  <a16:creationId xmlns:a16="http://schemas.microsoft.com/office/drawing/2014/main" id="{F250AB0D-2F9F-9BC0-4E35-73255042E9FD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4261" y="3473"/>
              <a:ext cx="1099" cy="1694"/>
            </a:xfrm>
            <a:custGeom>
              <a:avLst/>
              <a:gdLst>
                <a:gd name="T0" fmla="*/ 0 w 1099"/>
                <a:gd name="T1" fmla="*/ 0 h 1694"/>
                <a:gd name="T2" fmla="*/ 0 w 1099"/>
                <a:gd name="T3" fmla="*/ 1694 h 1694"/>
                <a:gd name="T4" fmla="*/ 1099 w 1099"/>
                <a:gd name="T5" fmla="*/ 1694 h 1694"/>
                <a:gd name="T6" fmla="*/ 1099 w 1099"/>
                <a:gd name="T7" fmla="*/ 1397 h 1694"/>
                <a:gd name="T8" fmla="*/ 319 w 1099"/>
                <a:gd name="T9" fmla="*/ 1397 h 1694"/>
                <a:gd name="T10" fmla="*/ 319 w 1099"/>
                <a:gd name="T11" fmla="*/ 0 h 1694"/>
                <a:gd name="T12" fmla="*/ 0 w 1099"/>
                <a:gd name="T13" fmla="*/ 0 h 16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099" h="1694">
                  <a:moveTo>
                    <a:pt x="0" y="0"/>
                  </a:moveTo>
                  <a:lnTo>
                    <a:pt x="0" y="1694"/>
                  </a:lnTo>
                  <a:lnTo>
                    <a:pt x="1099" y="1694"/>
                  </a:lnTo>
                  <a:lnTo>
                    <a:pt x="1099" y="1397"/>
                  </a:lnTo>
                  <a:lnTo>
                    <a:pt x="319" y="1397"/>
                  </a:lnTo>
                  <a:lnTo>
                    <a:pt x="319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353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cs typeface="+mn-cs"/>
              </a:endParaRPr>
            </a:p>
          </p:txBody>
        </p:sp>
        <p:sp>
          <p:nvSpPr>
            <p:cNvPr id="9" name="Freeform 6">
              <a:extLst>
                <a:ext uri="{FF2B5EF4-FFF2-40B4-BE49-F238E27FC236}">
                  <a16:creationId xmlns:a16="http://schemas.microsoft.com/office/drawing/2014/main" id="{75BC61AE-2A83-6863-A8E3-E89AE6FEBE5D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12002" y="3473"/>
              <a:ext cx="1535" cy="1694"/>
            </a:xfrm>
            <a:custGeom>
              <a:avLst/>
              <a:gdLst>
                <a:gd name="T0" fmla="*/ 556 w 1535"/>
                <a:gd name="T1" fmla="*/ 0 h 1694"/>
                <a:gd name="T2" fmla="*/ 0 w 1535"/>
                <a:gd name="T3" fmla="*/ 1694 h 1694"/>
                <a:gd name="T4" fmla="*/ 337 w 1535"/>
                <a:gd name="T5" fmla="*/ 1694 h 1694"/>
                <a:gd name="T6" fmla="*/ 453 w 1535"/>
                <a:gd name="T7" fmla="*/ 1321 h 1694"/>
                <a:gd name="T8" fmla="*/ 1083 w 1535"/>
                <a:gd name="T9" fmla="*/ 1321 h 1694"/>
                <a:gd name="T10" fmla="*/ 1197 w 1535"/>
                <a:gd name="T11" fmla="*/ 1694 h 1694"/>
                <a:gd name="T12" fmla="*/ 1535 w 1535"/>
                <a:gd name="T13" fmla="*/ 1694 h 1694"/>
                <a:gd name="T14" fmla="*/ 978 w 1535"/>
                <a:gd name="T15" fmla="*/ 0 h 1694"/>
                <a:gd name="T16" fmla="*/ 556 w 1535"/>
                <a:gd name="T17" fmla="*/ 0 h 1694"/>
                <a:gd name="T18" fmla="*/ 768 w 1535"/>
                <a:gd name="T19" fmla="*/ 301 h 1694"/>
                <a:gd name="T20" fmla="*/ 998 w 1535"/>
                <a:gd name="T21" fmla="*/ 1048 h 1694"/>
                <a:gd name="T22" fmla="*/ 536 w 1535"/>
                <a:gd name="T23" fmla="*/ 1048 h 1694"/>
                <a:gd name="T24" fmla="*/ 768 w 1535"/>
                <a:gd name="T25" fmla="*/ 301 h 16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535" h="1694">
                  <a:moveTo>
                    <a:pt x="556" y="0"/>
                  </a:moveTo>
                  <a:lnTo>
                    <a:pt x="0" y="1694"/>
                  </a:lnTo>
                  <a:lnTo>
                    <a:pt x="337" y="1694"/>
                  </a:lnTo>
                  <a:lnTo>
                    <a:pt x="453" y="1321"/>
                  </a:lnTo>
                  <a:lnTo>
                    <a:pt x="1083" y="1321"/>
                  </a:lnTo>
                  <a:lnTo>
                    <a:pt x="1197" y="1694"/>
                  </a:lnTo>
                  <a:lnTo>
                    <a:pt x="1535" y="1694"/>
                  </a:lnTo>
                  <a:lnTo>
                    <a:pt x="978" y="0"/>
                  </a:lnTo>
                  <a:lnTo>
                    <a:pt x="556" y="0"/>
                  </a:lnTo>
                  <a:close/>
                  <a:moveTo>
                    <a:pt x="768" y="301"/>
                  </a:moveTo>
                  <a:lnTo>
                    <a:pt x="998" y="1048"/>
                  </a:lnTo>
                  <a:lnTo>
                    <a:pt x="536" y="1048"/>
                  </a:lnTo>
                  <a:lnTo>
                    <a:pt x="768" y="30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353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cs typeface="+mn-cs"/>
              </a:endParaRPr>
            </a:p>
          </p:txBody>
        </p:sp>
        <p:sp>
          <p:nvSpPr>
            <p:cNvPr id="10" name="Freeform 7">
              <a:extLst>
                <a:ext uri="{FF2B5EF4-FFF2-40B4-BE49-F238E27FC236}">
                  <a16:creationId xmlns:a16="http://schemas.microsoft.com/office/drawing/2014/main" id="{2EE805F9-E6D7-BEC3-1420-CFBB39B27B06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0250" y="3473"/>
              <a:ext cx="1113" cy="1694"/>
            </a:xfrm>
            <a:custGeom>
              <a:avLst/>
              <a:gdLst>
                <a:gd name="T0" fmla="*/ 0 w 1113"/>
                <a:gd name="T1" fmla="*/ 0 h 1694"/>
                <a:gd name="T2" fmla="*/ 0 w 1113"/>
                <a:gd name="T3" fmla="*/ 297 h 1694"/>
                <a:gd name="T4" fmla="*/ 396 w 1113"/>
                <a:gd name="T5" fmla="*/ 297 h 1694"/>
                <a:gd name="T6" fmla="*/ 396 w 1113"/>
                <a:gd name="T7" fmla="*/ 1397 h 1694"/>
                <a:gd name="T8" fmla="*/ 0 w 1113"/>
                <a:gd name="T9" fmla="*/ 1397 h 1694"/>
                <a:gd name="T10" fmla="*/ 0 w 1113"/>
                <a:gd name="T11" fmla="*/ 1694 h 1694"/>
                <a:gd name="T12" fmla="*/ 1113 w 1113"/>
                <a:gd name="T13" fmla="*/ 1694 h 1694"/>
                <a:gd name="T14" fmla="*/ 1113 w 1113"/>
                <a:gd name="T15" fmla="*/ 1397 h 1694"/>
                <a:gd name="T16" fmla="*/ 716 w 1113"/>
                <a:gd name="T17" fmla="*/ 1397 h 1694"/>
                <a:gd name="T18" fmla="*/ 716 w 1113"/>
                <a:gd name="T19" fmla="*/ 297 h 1694"/>
                <a:gd name="T20" fmla="*/ 1113 w 1113"/>
                <a:gd name="T21" fmla="*/ 297 h 1694"/>
                <a:gd name="T22" fmla="*/ 1113 w 1113"/>
                <a:gd name="T23" fmla="*/ 0 h 1694"/>
                <a:gd name="T24" fmla="*/ 0 w 1113"/>
                <a:gd name="T25" fmla="*/ 0 h 16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113" h="1694">
                  <a:moveTo>
                    <a:pt x="0" y="0"/>
                  </a:moveTo>
                  <a:lnTo>
                    <a:pt x="0" y="297"/>
                  </a:lnTo>
                  <a:lnTo>
                    <a:pt x="396" y="297"/>
                  </a:lnTo>
                  <a:lnTo>
                    <a:pt x="396" y="1397"/>
                  </a:lnTo>
                  <a:lnTo>
                    <a:pt x="0" y="1397"/>
                  </a:lnTo>
                  <a:lnTo>
                    <a:pt x="0" y="1694"/>
                  </a:lnTo>
                  <a:lnTo>
                    <a:pt x="1113" y="1694"/>
                  </a:lnTo>
                  <a:lnTo>
                    <a:pt x="1113" y="1397"/>
                  </a:lnTo>
                  <a:lnTo>
                    <a:pt x="716" y="1397"/>
                  </a:lnTo>
                  <a:lnTo>
                    <a:pt x="716" y="297"/>
                  </a:lnTo>
                  <a:lnTo>
                    <a:pt x="1113" y="297"/>
                  </a:lnTo>
                  <a:lnTo>
                    <a:pt x="1113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353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cs typeface="+mn-cs"/>
              </a:endParaRPr>
            </a:p>
          </p:txBody>
        </p:sp>
        <p:sp>
          <p:nvSpPr>
            <p:cNvPr id="11" name="Freeform 8">
              <a:extLst>
                <a:ext uri="{FF2B5EF4-FFF2-40B4-BE49-F238E27FC236}">
                  <a16:creationId xmlns:a16="http://schemas.microsoft.com/office/drawing/2014/main" id="{2E9B1B9E-5487-363A-674C-576F422EC142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8263" y="3473"/>
              <a:ext cx="1317" cy="1694"/>
            </a:xfrm>
            <a:custGeom>
              <a:avLst/>
              <a:gdLst>
                <a:gd name="T0" fmla="*/ 884 w 932"/>
                <a:gd name="T1" fmla="*/ 372 h 1199"/>
                <a:gd name="T2" fmla="*/ 442 w 932"/>
                <a:gd name="T3" fmla="*/ 0 h 1199"/>
                <a:gd name="T4" fmla="*/ 0 w 932"/>
                <a:gd name="T5" fmla="*/ 0 h 1199"/>
                <a:gd name="T6" fmla="*/ 0 w 932"/>
                <a:gd name="T7" fmla="*/ 1199 h 1199"/>
                <a:gd name="T8" fmla="*/ 227 w 932"/>
                <a:gd name="T9" fmla="*/ 1199 h 1199"/>
                <a:gd name="T10" fmla="*/ 227 w 932"/>
                <a:gd name="T11" fmla="*/ 755 h 1199"/>
                <a:gd name="T12" fmla="*/ 418 w 932"/>
                <a:gd name="T13" fmla="*/ 755 h 1199"/>
                <a:gd name="T14" fmla="*/ 450 w 932"/>
                <a:gd name="T15" fmla="*/ 755 h 1199"/>
                <a:gd name="T16" fmla="*/ 681 w 932"/>
                <a:gd name="T17" fmla="*/ 1199 h 1199"/>
                <a:gd name="T18" fmla="*/ 932 w 932"/>
                <a:gd name="T19" fmla="*/ 1199 h 1199"/>
                <a:gd name="T20" fmla="*/ 676 w 932"/>
                <a:gd name="T21" fmla="*/ 707 h 1199"/>
                <a:gd name="T22" fmla="*/ 884 w 932"/>
                <a:gd name="T23" fmla="*/ 372 h 1199"/>
                <a:gd name="T24" fmla="*/ 645 w 932"/>
                <a:gd name="T25" fmla="*/ 372 h 1199"/>
                <a:gd name="T26" fmla="*/ 418 w 932"/>
                <a:gd name="T27" fmla="*/ 562 h 1199"/>
                <a:gd name="T28" fmla="*/ 227 w 932"/>
                <a:gd name="T29" fmla="*/ 562 h 1199"/>
                <a:gd name="T30" fmla="*/ 227 w 932"/>
                <a:gd name="T31" fmla="*/ 194 h 1199"/>
                <a:gd name="T32" fmla="*/ 418 w 932"/>
                <a:gd name="T33" fmla="*/ 194 h 1199"/>
                <a:gd name="T34" fmla="*/ 645 w 932"/>
                <a:gd name="T35" fmla="*/ 372 h 11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932" h="1199">
                  <a:moveTo>
                    <a:pt x="884" y="372"/>
                  </a:moveTo>
                  <a:cubicBezTo>
                    <a:pt x="884" y="92"/>
                    <a:pt x="693" y="0"/>
                    <a:pt x="442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1199"/>
                    <a:pt x="0" y="1199"/>
                    <a:pt x="0" y="1199"/>
                  </a:cubicBezTo>
                  <a:cubicBezTo>
                    <a:pt x="227" y="1199"/>
                    <a:pt x="227" y="1199"/>
                    <a:pt x="227" y="1199"/>
                  </a:cubicBezTo>
                  <a:cubicBezTo>
                    <a:pt x="227" y="755"/>
                    <a:pt x="227" y="755"/>
                    <a:pt x="227" y="755"/>
                  </a:cubicBezTo>
                  <a:cubicBezTo>
                    <a:pt x="418" y="755"/>
                    <a:pt x="418" y="755"/>
                    <a:pt x="418" y="755"/>
                  </a:cubicBezTo>
                  <a:cubicBezTo>
                    <a:pt x="429" y="755"/>
                    <a:pt x="439" y="755"/>
                    <a:pt x="450" y="755"/>
                  </a:cubicBezTo>
                  <a:cubicBezTo>
                    <a:pt x="681" y="1199"/>
                    <a:pt x="681" y="1199"/>
                    <a:pt x="681" y="1199"/>
                  </a:cubicBezTo>
                  <a:cubicBezTo>
                    <a:pt x="932" y="1199"/>
                    <a:pt x="932" y="1199"/>
                    <a:pt x="932" y="1199"/>
                  </a:cubicBezTo>
                  <a:cubicBezTo>
                    <a:pt x="676" y="707"/>
                    <a:pt x="676" y="707"/>
                    <a:pt x="676" y="707"/>
                  </a:cubicBezTo>
                  <a:cubicBezTo>
                    <a:pt x="801" y="652"/>
                    <a:pt x="884" y="545"/>
                    <a:pt x="884" y="372"/>
                  </a:cubicBezTo>
                  <a:moveTo>
                    <a:pt x="645" y="372"/>
                  </a:moveTo>
                  <a:cubicBezTo>
                    <a:pt x="645" y="516"/>
                    <a:pt x="562" y="562"/>
                    <a:pt x="418" y="562"/>
                  </a:cubicBezTo>
                  <a:cubicBezTo>
                    <a:pt x="227" y="562"/>
                    <a:pt x="227" y="562"/>
                    <a:pt x="227" y="562"/>
                  </a:cubicBezTo>
                  <a:cubicBezTo>
                    <a:pt x="227" y="194"/>
                    <a:pt x="227" y="194"/>
                    <a:pt x="227" y="194"/>
                  </a:cubicBezTo>
                  <a:cubicBezTo>
                    <a:pt x="418" y="194"/>
                    <a:pt x="418" y="194"/>
                    <a:pt x="418" y="194"/>
                  </a:cubicBezTo>
                  <a:cubicBezTo>
                    <a:pt x="574" y="194"/>
                    <a:pt x="645" y="252"/>
                    <a:pt x="645" y="372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353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cs typeface="+mn-cs"/>
              </a:endParaRPr>
            </a:p>
          </p:txBody>
        </p:sp>
        <p:sp>
          <p:nvSpPr>
            <p:cNvPr id="12" name="Freeform 9">
              <a:extLst>
                <a:ext uri="{FF2B5EF4-FFF2-40B4-BE49-F238E27FC236}">
                  <a16:creationId xmlns:a16="http://schemas.microsoft.com/office/drawing/2014/main" id="{DA205AD9-6444-AF82-FD26-68DF17C8B656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369" y="3473"/>
              <a:ext cx="1098" cy="1694"/>
            </a:xfrm>
            <a:custGeom>
              <a:avLst/>
              <a:gdLst>
                <a:gd name="T0" fmla="*/ 0 w 1098"/>
                <a:gd name="T1" fmla="*/ 0 h 1694"/>
                <a:gd name="T2" fmla="*/ 0 w 1098"/>
                <a:gd name="T3" fmla="*/ 1694 h 1694"/>
                <a:gd name="T4" fmla="*/ 1098 w 1098"/>
                <a:gd name="T5" fmla="*/ 1694 h 1694"/>
                <a:gd name="T6" fmla="*/ 1098 w 1098"/>
                <a:gd name="T7" fmla="*/ 1397 h 1694"/>
                <a:gd name="T8" fmla="*/ 321 w 1098"/>
                <a:gd name="T9" fmla="*/ 1397 h 1694"/>
                <a:gd name="T10" fmla="*/ 321 w 1098"/>
                <a:gd name="T11" fmla="*/ 973 h 1694"/>
                <a:gd name="T12" fmla="*/ 1030 w 1098"/>
                <a:gd name="T13" fmla="*/ 973 h 1694"/>
                <a:gd name="T14" fmla="*/ 1030 w 1098"/>
                <a:gd name="T15" fmla="*/ 687 h 1694"/>
                <a:gd name="T16" fmla="*/ 321 w 1098"/>
                <a:gd name="T17" fmla="*/ 687 h 1694"/>
                <a:gd name="T18" fmla="*/ 321 w 1098"/>
                <a:gd name="T19" fmla="*/ 297 h 1694"/>
                <a:gd name="T20" fmla="*/ 1098 w 1098"/>
                <a:gd name="T21" fmla="*/ 297 h 1694"/>
                <a:gd name="T22" fmla="*/ 1098 w 1098"/>
                <a:gd name="T23" fmla="*/ 0 h 1694"/>
                <a:gd name="T24" fmla="*/ 0 w 1098"/>
                <a:gd name="T25" fmla="*/ 0 h 16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098" h="1694">
                  <a:moveTo>
                    <a:pt x="0" y="0"/>
                  </a:moveTo>
                  <a:lnTo>
                    <a:pt x="0" y="1694"/>
                  </a:lnTo>
                  <a:lnTo>
                    <a:pt x="1098" y="1694"/>
                  </a:lnTo>
                  <a:lnTo>
                    <a:pt x="1098" y="1397"/>
                  </a:lnTo>
                  <a:lnTo>
                    <a:pt x="321" y="1397"/>
                  </a:lnTo>
                  <a:lnTo>
                    <a:pt x="321" y="973"/>
                  </a:lnTo>
                  <a:lnTo>
                    <a:pt x="1030" y="973"/>
                  </a:lnTo>
                  <a:lnTo>
                    <a:pt x="1030" y="687"/>
                  </a:lnTo>
                  <a:lnTo>
                    <a:pt x="321" y="687"/>
                  </a:lnTo>
                  <a:lnTo>
                    <a:pt x="321" y="297"/>
                  </a:lnTo>
                  <a:lnTo>
                    <a:pt x="1098" y="297"/>
                  </a:lnTo>
                  <a:lnTo>
                    <a:pt x="1098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353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cs typeface="+mn-cs"/>
              </a:endParaRPr>
            </a:p>
          </p:txBody>
        </p:sp>
        <p:sp>
          <p:nvSpPr>
            <p:cNvPr id="13" name="Freeform 10">
              <a:extLst>
                <a:ext uri="{FF2B5EF4-FFF2-40B4-BE49-F238E27FC236}">
                  <a16:creationId xmlns:a16="http://schemas.microsoft.com/office/drawing/2014/main" id="{E83BBF87-8188-D331-B1B6-DE89B6A937EC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4481" y="3473"/>
              <a:ext cx="1215" cy="1694"/>
            </a:xfrm>
            <a:custGeom>
              <a:avLst/>
              <a:gdLst>
                <a:gd name="T0" fmla="*/ 406 w 860"/>
                <a:gd name="T1" fmla="*/ 791 h 1199"/>
                <a:gd name="T2" fmla="*/ 227 w 860"/>
                <a:gd name="T3" fmla="*/ 791 h 1199"/>
                <a:gd name="T4" fmla="*/ 227 w 860"/>
                <a:gd name="T5" fmla="*/ 1199 h 1199"/>
                <a:gd name="T6" fmla="*/ 0 w 860"/>
                <a:gd name="T7" fmla="*/ 1199 h 1199"/>
                <a:gd name="T8" fmla="*/ 0 w 860"/>
                <a:gd name="T9" fmla="*/ 0 h 1199"/>
                <a:gd name="T10" fmla="*/ 406 w 860"/>
                <a:gd name="T11" fmla="*/ 0 h 1199"/>
                <a:gd name="T12" fmla="*/ 860 w 860"/>
                <a:gd name="T13" fmla="*/ 396 h 1199"/>
                <a:gd name="T14" fmla="*/ 406 w 860"/>
                <a:gd name="T15" fmla="*/ 791 h 1199"/>
                <a:gd name="T16" fmla="*/ 394 w 860"/>
                <a:gd name="T17" fmla="*/ 194 h 1199"/>
                <a:gd name="T18" fmla="*/ 227 w 860"/>
                <a:gd name="T19" fmla="*/ 194 h 1199"/>
                <a:gd name="T20" fmla="*/ 227 w 860"/>
                <a:gd name="T21" fmla="*/ 598 h 1199"/>
                <a:gd name="T22" fmla="*/ 394 w 860"/>
                <a:gd name="T23" fmla="*/ 598 h 1199"/>
                <a:gd name="T24" fmla="*/ 621 w 860"/>
                <a:gd name="T25" fmla="*/ 396 h 1199"/>
                <a:gd name="T26" fmla="*/ 394 w 860"/>
                <a:gd name="T27" fmla="*/ 194 h 11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860" h="1199">
                  <a:moveTo>
                    <a:pt x="406" y="791"/>
                  </a:moveTo>
                  <a:cubicBezTo>
                    <a:pt x="227" y="791"/>
                    <a:pt x="227" y="791"/>
                    <a:pt x="227" y="791"/>
                  </a:cubicBezTo>
                  <a:cubicBezTo>
                    <a:pt x="227" y="1199"/>
                    <a:pt x="227" y="1199"/>
                    <a:pt x="227" y="1199"/>
                  </a:cubicBezTo>
                  <a:cubicBezTo>
                    <a:pt x="0" y="1199"/>
                    <a:pt x="0" y="1199"/>
                    <a:pt x="0" y="1199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406" y="0"/>
                    <a:pt x="406" y="0"/>
                    <a:pt x="406" y="0"/>
                  </a:cubicBezTo>
                  <a:cubicBezTo>
                    <a:pt x="661" y="0"/>
                    <a:pt x="860" y="116"/>
                    <a:pt x="860" y="396"/>
                  </a:cubicBezTo>
                  <a:cubicBezTo>
                    <a:pt x="860" y="671"/>
                    <a:pt x="659" y="791"/>
                    <a:pt x="406" y="791"/>
                  </a:cubicBezTo>
                  <a:moveTo>
                    <a:pt x="394" y="194"/>
                  </a:moveTo>
                  <a:cubicBezTo>
                    <a:pt x="227" y="194"/>
                    <a:pt x="227" y="194"/>
                    <a:pt x="227" y="194"/>
                  </a:cubicBezTo>
                  <a:cubicBezTo>
                    <a:pt x="227" y="598"/>
                    <a:pt x="227" y="598"/>
                    <a:pt x="227" y="598"/>
                  </a:cubicBezTo>
                  <a:cubicBezTo>
                    <a:pt x="394" y="598"/>
                    <a:pt x="394" y="598"/>
                    <a:pt x="394" y="598"/>
                  </a:cubicBezTo>
                  <a:cubicBezTo>
                    <a:pt x="525" y="598"/>
                    <a:pt x="621" y="534"/>
                    <a:pt x="621" y="396"/>
                  </a:cubicBezTo>
                  <a:cubicBezTo>
                    <a:pt x="621" y="252"/>
                    <a:pt x="525" y="194"/>
                    <a:pt x="394" y="194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353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cs typeface="+mn-cs"/>
              </a:endParaRPr>
            </a:p>
          </p:txBody>
        </p:sp>
        <p:sp>
          <p:nvSpPr>
            <p:cNvPr id="14" name="Freeform 11">
              <a:extLst>
                <a:ext uri="{FF2B5EF4-FFF2-40B4-BE49-F238E27FC236}">
                  <a16:creationId xmlns:a16="http://schemas.microsoft.com/office/drawing/2014/main" id="{E80EF2CF-2E4A-9C52-D620-0CA38CF476F7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945" y="3473"/>
              <a:ext cx="1720" cy="1694"/>
            </a:xfrm>
            <a:custGeom>
              <a:avLst/>
              <a:gdLst>
                <a:gd name="T0" fmla="*/ 1265 w 1720"/>
                <a:gd name="T1" fmla="*/ 0 h 1694"/>
                <a:gd name="T2" fmla="*/ 860 w 1720"/>
                <a:gd name="T3" fmla="*/ 996 h 1694"/>
                <a:gd name="T4" fmla="*/ 456 w 1720"/>
                <a:gd name="T5" fmla="*/ 0 h 1694"/>
                <a:gd name="T6" fmla="*/ 0 w 1720"/>
                <a:gd name="T7" fmla="*/ 0 h 1694"/>
                <a:gd name="T8" fmla="*/ 0 w 1720"/>
                <a:gd name="T9" fmla="*/ 1694 h 1694"/>
                <a:gd name="T10" fmla="*/ 303 w 1720"/>
                <a:gd name="T11" fmla="*/ 1694 h 1694"/>
                <a:gd name="T12" fmla="*/ 303 w 1720"/>
                <a:gd name="T13" fmla="*/ 428 h 1694"/>
                <a:gd name="T14" fmla="*/ 692 w 1720"/>
                <a:gd name="T15" fmla="*/ 1321 h 1694"/>
                <a:gd name="T16" fmla="*/ 709 w 1720"/>
                <a:gd name="T17" fmla="*/ 1321 h 1694"/>
                <a:gd name="T18" fmla="*/ 1012 w 1720"/>
                <a:gd name="T19" fmla="*/ 1321 h 1694"/>
                <a:gd name="T20" fmla="*/ 1029 w 1720"/>
                <a:gd name="T21" fmla="*/ 1321 h 1694"/>
                <a:gd name="T22" fmla="*/ 1416 w 1720"/>
                <a:gd name="T23" fmla="*/ 428 h 1694"/>
                <a:gd name="T24" fmla="*/ 1416 w 1720"/>
                <a:gd name="T25" fmla="*/ 1694 h 1694"/>
                <a:gd name="T26" fmla="*/ 1720 w 1720"/>
                <a:gd name="T27" fmla="*/ 1694 h 1694"/>
                <a:gd name="T28" fmla="*/ 1720 w 1720"/>
                <a:gd name="T29" fmla="*/ 0 h 1694"/>
                <a:gd name="T30" fmla="*/ 1265 w 1720"/>
                <a:gd name="T31" fmla="*/ 0 h 16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1720" h="1694">
                  <a:moveTo>
                    <a:pt x="1265" y="0"/>
                  </a:moveTo>
                  <a:lnTo>
                    <a:pt x="860" y="996"/>
                  </a:lnTo>
                  <a:lnTo>
                    <a:pt x="456" y="0"/>
                  </a:lnTo>
                  <a:lnTo>
                    <a:pt x="0" y="0"/>
                  </a:lnTo>
                  <a:lnTo>
                    <a:pt x="0" y="1694"/>
                  </a:lnTo>
                  <a:lnTo>
                    <a:pt x="303" y="1694"/>
                  </a:lnTo>
                  <a:lnTo>
                    <a:pt x="303" y="428"/>
                  </a:lnTo>
                  <a:lnTo>
                    <a:pt x="692" y="1321"/>
                  </a:lnTo>
                  <a:lnTo>
                    <a:pt x="709" y="1321"/>
                  </a:lnTo>
                  <a:lnTo>
                    <a:pt x="1012" y="1321"/>
                  </a:lnTo>
                  <a:lnTo>
                    <a:pt x="1029" y="1321"/>
                  </a:lnTo>
                  <a:lnTo>
                    <a:pt x="1416" y="428"/>
                  </a:lnTo>
                  <a:lnTo>
                    <a:pt x="1416" y="1694"/>
                  </a:lnTo>
                  <a:lnTo>
                    <a:pt x="1720" y="1694"/>
                  </a:lnTo>
                  <a:lnTo>
                    <a:pt x="1720" y="0"/>
                  </a:lnTo>
                  <a:lnTo>
                    <a:pt x="1265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353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cs typeface="+mn-cs"/>
              </a:endParaRPr>
            </a:p>
          </p:txBody>
        </p:sp>
        <p:sp>
          <p:nvSpPr>
            <p:cNvPr id="15" name="Freeform 12">
              <a:extLst>
                <a:ext uri="{FF2B5EF4-FFF2-40B4-BE49-F238E27FC236}">
                  <a16:creationId xmlns:a16="http://schemas.microsoft.com/office/drawing/2014/main" id="{4E136AD0-1B49-8294-7DA8-9C1525AAE3FF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0" y="3473"/>
              <a:ext cx="1113" cy="1694"/>
            </a:xfrm>
            <a:custGeom>
              <a:avLst/>
              <a:gdLst>
                <a:gd name="T0" fmla="*/ 0 w 1113"/>
                <a:gd name="T1" fmla="*/ 0 h 1694"/>
                <a:gd name="T2" fmla="*/ 0 w 1113"/>
                <a:gd name="T3" fmla="*/ 297 h 1694"/>
                <a:gd name="T4" fmla="*/ 397 w 1113"/>
                <a:gd name="T5" fmla="*/ 297 h 1694"/>
                <a:gd name="T6" fmla="*/ 397 w 1113"/>
                <a:gd name="T7" fmla="*/ 1397 h 1694"/>
                <a:gd name="T8" fmla="*/ 0 w 1113"/>
                <a:gd name="T9" fmla="*/ 1397 h 1694"/>
                <a:gd name="T10" fmla="*/ 0 w 1113"/>
                <a:gd name="T11" fmla="*/ 1694 h 1694"/>
                <a:gd name="T12" fmla="*/ 1113 w 1113"/>
                <a:gd name="T13" fmla="*/ 1694 h 1694"/>
                <a:gd name="T14" fmla="*/ 1113 w 1113"/>
                <a:gd name="T15" fmla="*/ 1397 h 1694"/>
                <a:gd name="T16" fmla="*/ 717 w 1113"/>
                <a:gd name="T17" fmla="*/ 1397 h 1694"/>
                <a:gd name="T18" fmla="*/ 717 w 1113"/>
                <a:gd name="T19" fmla="*/ 297 h 1694"/>
                <a:gd name="T20" fmla="*/ 1113 w 1113"/>
                <a:gd name="T21" fmla="*/ 297 h 1694"/>
                <a:gd name="T22" fmla="*/ 1113 w 1113"/>
                <a:gd name="T23" fmla="*/ 0 h 1694"/>
                <a:gd name="T24" fmla="*/ 0 w 1113"/>
                <a:gd name="T25" fmla="*/ 0 h 16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113" h="1694">
                  <a:moveTo>
                    <a:pt x="0" y="0"/>
                  </a:moveTo>
                  <a:lnTo>
                    <a:pt x="0" y="297"/>
                  </a:lnTo>
                  <a:lnTo>
                    <a:pt x="397" y="297"/>
                  </a:lnTo>
                  <a:lnTo>
                    <a:pt x="397" y="1397"/>
                  </a:lnTo>
                  <a:lnTo>
                    <a:pt x="0" y="1397"/>
                  </a:lnTo>
                  <a:lnTo>
                    <a:pt x="0" y="1694"/>
                  </a:lnTo>
                  <a:lnTo>
                    <a:pt x="1113" y="1694"/>
                  </a:lnTo>
                  <a:lnTo>
                    <a:pt x="1113" y="1397"/>
                  </a:lnTo>
                  <a:lnTo>
                    <a:pt x="717" y="1397"/>
                  </a:lnTo>
                  <a:lnTo>
                    <a:pt x="717" y="297"/>
                  </a:lnTo>
                  <a:lnTo>
                    <a:pt x="1113" y="297"/>
                  </a:lnTo>
                  <a:lnTo>
                    <a:pt x="1113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353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6951600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wmf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6" Type="http://schemas.openxmlformats.org/officeDocument/2006/relationships/image" Target="../media/image2.png"/><Relationship Id="rId5" Type="http://schemas.openxmlformats.org/officeDocument/2006/relationships/image" Target="../media/image1.wmf"/><Relationship Id="rId4" Type="http://schemas.openxmlformats.org/officeDocument/2006/relationships/oleObject" Target="../embeddings/oleObject2.bin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microsoft.com/office/2007/relationships/media" Target="../media/media2.mp4"/><Relationship Id="rId7" Type="http://schemas.openxmlformats.org/officeDocument/2006/relationships/image" Target="../media/image1.wmf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6" Type="http://schemas.openxmlformats.org/officeDocument/2006/relationships/oleObject" Target="../embeddings/oleObject2.bin"/><Relationship Id="rId5" Type="http://schemas.openxmlformats.org/officeDocument/2006/relationships/slideLayout" Target="../slideLayouts/slideLayout2.xml"/><Relationship Id="rId4" Type="http://schemas.openxmlformats.org/officeDocument/2006/relationships/video" Target="../media/media2.mp4"/><Relationship Id="rId9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slideLayout" Target="../slideLayouts/slideLayout2.xml"/><Relationship Id="rId7" Type="http://schemas.openxmlformats.org/officeDocument/2006/relationships/image" Target="../media/image4.wmf"/><Relationship Id="rId2" Type="http://schemas.openxmlformats.org/officeDocument/2006/relationships/video" Target="../media/media3.mp4"/><Relationship Id="rId1" Type="http://schemas.microsoft.com/office/2007/relationships/media" Target="../media/media3.mp4"/><Relationship Id="rId6" Type="http://schemas.openxmlformats.org/officeDocument/2006/relationships/oleObject" Target="../embeddings/oleObject4.bin"/><Relationship Id="rId5" Type="http://schemas.openxmlformats.org/officeDocument/2006/relationships/image" Target="../media/image1.wmf"/><Relationship Id="rId4" Type="http://schemas.openxmlformats.org/officeDocument/2006/relationships/oleObject" Target="../embeddings/oleObject3.bin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wmf"/><Relationship Id="rId2" Type="http://schemas.openxmlformats.org/officeDocument/2006/relationships/oleObject" Target="../embeddings/oleObject5.bin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wmf"/><Relationship Id="rId4" Type="http://schemas.openxmlformats.org/officeDocument/2006/relationships/oleObject" Target="../embeddings/oleObject6.bin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9.bin"/><Relationship Id="rId3" Type="http://schemas.openxmlformats.org/officeDocument/2006/relationships/slideLayout" Target="../slideLayouts/slideLayout2.xml"/><Relationship Id="rId7" Type="http://schemas.openxmlformats.org/officeDocument/2006/relationships/image" Target="../media/image7.wmf"/><Relationship Id="rId2" Type="http://schemas.openxmlformats.org/officeDocument/2006/relationships/video" Target="../media/media4.mp4"/><Relationship Id="rId1" Type="http://schemas.microsoft.com/office/2007/relationships/media" Target="../media/media4.mp4"/><Relationship Id="rId6" Type="http://schemas.openxmlformats.org/officeDocument/2006/relationships/oleObject" Target="../embeddings/oleObject8.bin"/><Relationship Id="rId5" Type="http://schemas.openxmlformats.org/officeDocument/2006/relationships/image" Target="../media/image1.wmf"/><Relationship Id="rId10" Type="http://schemas.openxmlformats.org/officeDocument/2006/relationships/image" Target="../media/image9.png"/><Relationship Id="rId4" Type="http://schemas.openxmlformats.org/officeDocument/2006/relationships/oleObject" Target="../embeddings/oleObject7.bin"/><Relationship Id="rId9" Type="http://schemas.openxmlformats.org/officeDocument/2006/relationships/image" Target="../media/image8.wmf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1.bin"/><Relationship Id="rId3" Type="http://schemas.openxmlformats.org/officeDocument/2006/relationships/slideLayout" Target="../slideLayouts/slideLayout2.xml"/><Relationship Id="rId7" Type="http://schemas.openxmlformats.org/officeDocument/2006/relationships/image" Target="../media/image7.wmf"/><Relationship Id="rId12" Type="http://schemas.openxmlformats.org/officeDocument/2006/relationships/image" Target="../media/image9.png"/><Relationship Id="rId2" Type="http://schemas.openxmlformats.org/officeDocument/2006/relationships/video" Target="../media/media4.mp4"/><Relationship Id="rId1" Type="http://schemas.microsoft.com/office/2007/relationships/media" Target="../media/media4.mp4"/><Relationship Id="rId6" Type="http://schemas.openxmlformats.org/officeDocument/2006/relationships/oleObject" Target="../embeddings/oleObject8.bin"/><Relationship Id="rId11" Type="http://schemas.openxmlformats.org/officeDocument/2006/relationships/image" Target="../media/image10.wmf"/><Relationship Id="rId5" Type="http://schemas.openxmlformats.org/officeDocument/2006/relationships/image" Target="../media/image1.wmf"/><Relationship Id="rId10" Type="http://schemas.openxmlformats.org/officeDocument/2006/relationships/oleObject" Target="../embeddings/oleObject12.bin"/><Relationship Id="rId4" Type="http://schemas.openxmlformats.org/officeDocument/2006/relationships/oleObject" Target="../embeddings/oleObject10.bin"/><Relationship Id="rId9" Type="http://schemas.openxmlformats.org/officeDocument/2006/relationships/image" Target="../media/image8.wmf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6.bin"/><Relationship Id="rId3" Type="http://schemas.openxmlformats.org/officeDocument/2006/relationships/image" Target="../media/image1.wmf"/><Relationship Id="rId7" Type="http://schemas.openxmlformats.org/officeDocument/2006/relationships/image" Target="../media/image11.wmf"/><Relationship Id="rId2" Type="http://schemas.openxmlformats.org/officeDocument/2006/relationships/oleObject" Target="../embeddings/oleObject13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15.bin"/><Relationship Id="rId11" Type="http://schemas.openxmlformats.org/officeDocument/2006/relationships/image" Target="../media/image13.wmf"/><Relationship Id="rId5" Type="http://schemas.openxmlformats.org/officeDocument/2006/relationships/image" Target="../media/image6.wmf"/><Relationship Id="rId10" Type="http://schemas.openxmlformats.org/officeDocument/2006/relationships/oleObject" Target="../embeddings/oleObject17.bin"/><Relationship Id="rId4" Type="http://schemas.openxmlformats.org/officeDocument/2006/relationships/oleObject" Target="../embeddings/oleObject14.bin"/><Relationship Id="rId9" Type="http://schemas.openxmlformats.org/officeDocument/2006/relationships/image" Target="../media/image12.wmf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8.bin"/><Relationship Id="rId13" Type="http://schemas.openxmlformats.org/officeDocument/2006/relationships/image" Target="../media/image13.wmf"/><Relationship Id="rId3" Type="http://schemas.openxmlformats.org/officeDocument/2006/relationships/slideLayout" Target="../slideLayouts/slideLayout2.xml"/><Relationship Id="rId7" Type="http://schemas.openxmlformats.org/officeDocument/2006/relationships/image" Target="../media/image6.wmf"/><Relationship Id="rId12" Type="http://schemas.openxmlformats.org/officeDocument/2006/relationships/oleObject" Target="../embeddings/oleObject17.bin"/><Relationship Id="rId2" Type="http://schemas.openxmlformats.org/officeDocument/2006/relationships/video" Target="../media/media5.mp4"/><Relationship Id="rId1" Type="http://schemas.microsoft.com/office/2007/relationships/media" Target="../media/media5.mp4"/><Relationship Id="rId6" Type="http://schemas.openxmlformats.org/officeDocument/2006/relationships/oleObject" Target="../embeddings/oleObject14.bin"/><Relationship Id="rId11" Type="http://schemas.openxmlformats.org/officeDocument/2006/relationships/image" Target="../media/image15.wmf"/><Relationship Id="rId5" Type="http://schemas.openxmlformats.org/officeDocument/2006/relationships/image" Target="../media/image1.wmf"/><Relationship Id="rId10" Type="http://schemas.openxmlformats.org/officeDocument/2006/relationships/oleObject" Target="../embeddings/oleObject19.bin"/><Relationship Id="rId4" Type="http://schemas.openxmlformats.org/officeDocument/2006/relationships/oleObject" Target="../embeddings/oleObject13.bin"/><Relationship Id="rId9" Type="http://schemas.openxmlformats.org/officeDocument/2006/relationships/image" Target="../media/image14.wmf"/><Relationship Id="rId14" Type="http://schemas.openxmlformats.org/officeDocument/2006/relationships/image" Target="../media/image16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0.bin"/><Relationship Id="rId13" Type="http://schemas.openxmlformats.org/officeDocument/2006/relationships/image" Target="../media/image19.wmf"/><Relationship Id="rId3" Type="http://schemas.openxmlformats.org/officeDocument/2006/relationships/slideLayout" Target="../slideLayouts/slideLayout2.xml"/><Relationship Id="rId7" Type="http://schemas.openxmlformats.org/officeDocument/2006/relationships/image" Target="../media/image6.wmf"/><Relationship Id="rId12" Type="http://schemas.openxmlformats.org/officeDocument/2006/relationships/oleObject" Target="../embeddings/oleObject22.bin"/><Relationship Id="rId2" Type="http://schemas.openxmlformats.org/officeDocument/2006/relationships/video" Target="../media/media6.mp4"/><Relationship Id="rId1" Type="http://schemas.microsoft.com/office/2007/relationships/media" Target="../media/media6.mp4"/><Relationship Id="rId6" Type="http://schemas.openxmlformats.org/officeDocument/2006/relationships/oleObject" Target="../embeddings/oleObject14.bin"/><Relationship Id="rId11" Type="http://schemas.openxmlformats.org/officeDocument/2006/relationships/image" Target="../media/image18.wmf"/><Relationship Id="rId5" Type="http://schemas.openxmlformats.org/officeDocument/2006/relationships/image" Target="../media/image1.wmf"/><Relationship Id="rId10" Type="http://schemas.openxmlformats.org/officeDocument/2006/relationships/oleObject" Target="../embeddings/oleObject21.bin"/><Relationship Id="rId4" Type="http://schemas.openxmlformats.org/officeDocument/2006/relationships/oleObject" Target="../embeddings/oleObject13.bin"/><Relationship Id="rId9" Type="http://schemas.openxmlformats.org/officeDocument/2006/relationships/image" Target="../media/image17.wmf"/><Relationship Id="rId14" Type="http://schemas.openxmlformats.org/officeDocument/2006/relationships/image" Target="../media/image20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6.bin"/><Relationship Id="rId13" Type="http://schemas.openxmlformats.org/officeDocument/2006/relationships/image" Target="../media/image24.wmf"/><Relationship Id="rId3" Type="http://schemas.openxmlformats.org/officeDocument/2006/relationships/image" Target="../media/image1.wmf"/><Relationship Id="rId7" Type="http://schemas.openxmlformats.org/officeDocument/2006/relationships/image" Target="../media/image21.wmf"/><Relationship Id="rId12" Type="http://schemas.openxmlformats.org/officeDocument/2006/relationships/oleObject" Target="../embeddings/oleObject28.bin"/><Relationship Id="rId2" Type="http://schemas.openxmlformats.org/officeDocument/2006/relationships/oleObject" Target="../embeddings/oleObject23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25.bin"/><Relationship Id="rId11" Type="http://schemas.openxmlformats.org/officeDocument/2006/relationships/image" Target="../media/image23.wmf"/><Relationship Id="rId5" Type="http://schemas.openxmlformats.org/officeDocument/2006/relationships/image" Target="../media/image6.wmf"/><Relationship Id="rId15" Type="http://schemas.openxmlformats.org/officeDocument/2006/relationships/image" Target="../media/image13.wmf"/><Relationship Id="rId10" Type="http://schemas.openxmlformats.org/officeDocument/2006/relationships/oleObject" Target="../embeddings/oleObject27.bin"/><Relationship Id="rId4" Type="http://schemas.openxmlformats.org/officeDocument/2006/relationships/oleObject" Target="../embeddings/oleObject24.bin"/><Relationship Id="rId9" Type="http://schemas.openxmlformats.org/officeDocument/2006/relationships/image" Target="../media/image22.wmf"/><Relationship Id="rId14" Type="http://schemas.openxmlformats.org/officeDocument/2006/relationships/oleObject" Target="../embeddings/oleObject17.bin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32.bin"/><Relationship Id="rId13" Type="http://schemas.openxmlformats.org/officeDocument/2006/relationships/image" Target="../media/image13.wmf"/><Relationship Id="rId3" Type="http://schemas.openxmlformats.org/officeDocument/2006/relationships/image" Target="../media/image1.wmf"/><Relationship Id="rId7" Type="http://schemas.openxmlformats.org/officeDocument/2006/relationships/image" Target="../media/image25.wmf"/><Relationship Id="rId12" Type="http://schemas.openxmlformats.org/officeDocument/2006/relationships/oleObject" Target="../embeddings/oleObject17.bin"/><Relationship Id="rId17" Type="http://schemas.openxmlformats.org/officeDocument/2006/relationships/image" Target="../media/image23.wmf"/><Relationship Id="rId2" Type="http://schemas.openxmlformats.org/officeDocument/2006/relationships/oleObject" Target="../embeddings/oleObject29.bin"/><Relationship Id="rId16" Type="http://schemas.openxmlformats.org/officeDocument/2006/relationships/oleObject" Target="../embeddings/oleObject27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31.bin"/><Relationship Id="rId11" Type="http://schemas.openxmlformats.org/officeDocument/2006/relationships/image" Target="../media/image27.wmf"/><Relationship Id="rId5" Type="http://schemas.openxmlformats.org/officeDocument/2006/relationships/image" Target="../media/image6.wmf"/><Relationship Id="rId15" Type="http://schemas.openxmlformats.org/officeDocument/2006/relationships/image" Target="../media/image24.wmf"/><Relationship Id="rId10" Type="http://schemas.openxmlformats.org/officeDocument/2006/relationships/oleObject" Target="../embeddings/oleObject33.bin"/><Relationship Id="rId4" Type="http://schemas.openxmlformats.org/officeDocument/2006/relationships/oleObject" Target="../embeddings/oleObject30.bin"/><Relationship Id="rId9" Type="http://schemas.openxmlformats.org/officeDocument/2006/relationships/image" Target="../media/image26.wmf"/><Relationship Id="rId14" Type="http://schemas.openxmlformats.org/officeDocument/2006/relationships/oleObject" Target="../embeddings/oleObject28.bin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37.bin"/><Relationship Id="rId13" Type="http://schemas.openxmlformats.org/officeDocument/2006/relationships/image" Target="../media/image27.wmf"/><Relationship Id="rId18" Type="http://schemas.openxmlformats.org/officeDocument/2006/relationships/oleObject" Target="../embeddings/oleObject27.bin"/><Relationship Id="rId3" Type="http://schemas.openxmlformats.org/officeDocument/2006/relationships/image" Target="../media/image1.wmf"/><Relationship Id="rId7" Type="http://schemas.openxmlformats.org/officeDocument/2006/relationships/image" Target="../media/image28.wmf"/><Relationship Id="rId12" Type="http://schemas.openxmlformats.org/officeDocument/2006/relationships/oleObject" Target="../embeddings/oleObject39.bin"/><Relationship Id="rId17" Type="http://schemas.openxmlformats.org/officeDocument/2006/relationships/image" Target="../media/image24.wmf"/><Relationship Id="rId2" Type="http://schemas.openxmlformats.org/officeDocument/2006/relationships/oleObject" Target="../embeddings/oleObject34.bin"/><Relationship Id="rId16" Type="http://schemas.openxmlformats.org/officeDocument/2006/relationships/oleObject" Target="../embeddings/oleObject28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36.bin"/><Relationship Id="rId11" Type="http://schemas.openxmlformats.org/officeDocument/2006/relationships/image" Target="../media/image30.wmf"/><Relationship Id="rId5" Type="http://schemas.openxmlformats.org/officeDocument/2006/relationships/image" Target="../media/image6.wmf"/><Relationship Id="rId15" Type="http://schemas.openxmlformats.org/officeDocument/2006/relationships/image" Target="../media/image13.wmf"/><Relationship Id="rId10" Type="http://schemas.openxmlformats.org/officeDocument/2006/relationships/oleObject" Target="../embeddings/oleObject38.bin"/><Relationship Id="rId19" Type="http://schemas.openxmlformats.org/officeDocument/2006/relationships/image" Target="../media/image23.wmf"/><Relationship Id="rId4" Type="http://schemas.openxmlformats.org/officeDocument/2006/relationships/oleObject" Target="../embeddings/oleObject35.bin"/><Relationship Id="rId9" Type="http://schemas.openxmlformats.org/officeDocument/2006/relationships/image" Target="../media/image29.wmf"/><Relationship Id="rId14" Type="http://schemas.openxmlformats.org/officeDocument/2006/relationships/oleObject" Target="../embeddings/oleObject17.bin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41.bin"/><Relationship Id="rId13" Type="http://schemas.openxmlformats.org/officeDocument/2006/relationships/image" Target="../media/image34.wmf"/><Relationship Id="rId18" Type="http://schemas.openxmlformats.org/officeDocument/2006/relationships/oleObject" Target="../embeddings/oleObject27.bin"/><Relationship Id="rId3" Type="http://schemas.openxmlformats.org/officeDocument/2006/relationships/image" Target="../media/image1.wmf"/><Relationship Id="rId7" Type="http://schemas.openxmlformats.org/officeDocument/2006/relationships/image" Target="../media/image31.wmf"/><Relationship Id="rId12" Type="http://schemas.openxmlformats.org/officeDocument/2006/relationships/oleObject" Target="../embeddings/oleObject43.bin"/><Relationship Id="rId17" Type="http://schemas.openxmlformats.org/officeDocument/2006/relationships/image" Target="../media/image24.wmf"/><Relationship Id="rId2" Type="http://schemas.openxmlformats.org/officeDocument/2006/relationships/oleObject" Target="../embeddings/oleObject34.bin"/><Relationship Id="rId16" Type="http://schemas.openxmlformats.org/officeDocument/2006/relationships/oleObject" Target="../embeddings/oleObject28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40.bin"/><Relationship Id="rId11" Type="http://schemas.openxmlformats.org/officeDocument/2006/relationships/image" Target="../media/image33.wmf"/><Relationship Id="rId5" Type="http://schemas.openxmlformats.org/officeDocument/2006/relationships/image" Target="../media/image6.wmf"/><Relationship Id="rId15" Type="http://schemas.openxmlformats.org/officeDocument/2006/relationships/image" Target="../media/image13.wmf"/><Relationship Id="rId10" Type="http://schemas.openxmlformats.org/officeDocument/2006/relationships/oleObject" Target="../embeddings/oleObject42.bin"/><Relationship Id="rId19" Type="http://schemas.openxmlformats.org/officeDocument/2006/relationships/image" Target="../media/image23.wmf"/><Relationship Id="rId4" Type="http://schemas.openxmlformats.org/officeDocument/2006/relationships/oleObject" Target="../embeddings/oleObject35.bin"/><Relationship Id="rId9" Type="http://schemas.openxmlformats.org/officeDocument/2006/relationships/image" Target="../media/image32.wmf"/><Relationship Id="rId14" Type="http://schemas.openxmlformats.org/officeDocument/2006/relationships/oleObject" Target="../embeddings/oleObject17.bin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wmf"/><Relationship Id="rId3" Type="http://schemas.openxmlformats.org/officeDocument/2006/relationships/oleObject" Target="../embeddings/oleObject44.bin"/><Relationship Id="rId7" Type="http://schemas.openxmlformats.org/officeDocument/2006/relationships/oleObject" Target="../embeddings/oleObject23.bin"/><Relationship Id="rId2" Type="http://schemas.openxmlformats.org/officeDocument/2006/relationships/image" Target="../media/image35.gi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7.wmf"/><Relationship Id="rId5" Type="http://schemas.openxmlformats.org/officeDocument/2006/relationships/oleObject" Target="../embeddings/oleObject45.bin"/><Relationship Id="rId10" Type="http://schemas.openxmlformats.org/officeDocument/2006/relationships/image" Target="../media/image13.wmf"/><Relationship Id="rId4" Type="http://schemas.openxmlformats.org/officeDocument/2006/relationships/image" Target="../media/image36.wmf"/><Relationship Id="rId9" Type="http://schemas.openxmlformats.org/officeDocument/2006/relationships/oleObject" Target="../embeddings/oleObject46.bin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wmf"/><Relationship Id="rId7" Type="http://schemas.openxmlformats.org/officeDocument/2006/relationships/image" Target="../media/image41.png"/><Relationship Id="rId2" Type="http://schemas.openxmlformats.org/officeDocument/2006/relationships/oleObject" Target="../embeddings/oleObject47.bin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0.png"/><Relationship Id="rId5" Type="http://schemas.openxmlformats.org/officeDocument/2006/relationships/image" Target="../media/image39.wmf"/><Relationship Id="rId4" Type="http://schemas.openxmlformats.org/officeDocument/2006/relationships/oleObject" Target="../embeddings/oleObject48.bin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wmf"/><Relationship Id="rId2" Type="http://schemas.openxmlformats.org/officeDocument/2006/relationships/oleObject" Target="../embeddings/oleObject49.bin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gif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jpg"/><Relationship Id="rId2" Type="http://schemas.openxmlformats.org/officeDocument/2006/relationships/image" Target="../media/image44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8.jpg"/><Relationship Id="rId5" Type="http://schemas.openxmlformats.org/officeDocument/2006/relationships/image" Target="../media/image47.jpg"/><Relationship Id="rId4" Type="http://schemas.openxmlformats.org/officeDocument/2006/relationships/image" Target="../media/image46.jp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wmf"/><Relationship Id="rId7" Type="http://schemas.openxmlformats.org/officeDocument/2006/relationships/image" Target="../media/image51.wmf"/><Relationship Id="rId2" Type="http://schemas.openxmlformats.org/officeDocument/2006/relationships/oleObject" Target="../embeddings/oleObject50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52.bin"/><Relationship Id="rId5" Type="http://schemas.openxmlformats.org/officeDocument/2006/relationships/image" Target="../media/image50.wmf"/><Relationship Id="rId4" Type="http://schemas.openxmlformats.org/officeDocument/2006/relationships/oleObject" Target="../embeddings/oleObject51.bin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4.wmf"/><Relationship Id="rId4" Type="http://schemas.openxmlformats.org/officeDocument/2006/relationships/oleObject" Target="../embeddings/oleObject53.bin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png"/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7.wmf"/><Relationship Id="rId4" Type="http://schemas.openxmlformats.org/officeDocument/2006/relationships/oleObject" Target="../embeddings/oleObject54.bin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wmf"/><Relationship Id="rId2" Type="http://schemas.openxmlformats.org/officeDocument/2006/relationships/oleObject" Target="../embeddings/oleObject55.bin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wmf"/><Relationship Id="rId2" Type="http://schemas.openxmlformats.org/officeDocument/2006/relationships/oleObject" Target="../embeddings/oleObject56.bin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2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wmf"/><Relationship Id="rId2" Type="http://schemas.openxmlformats.org/officeDocument/2006/relationships/oleObject" Target="../embeddings/oleObject57.bin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1.emf"/><Relationship Id="rId4" Type="http://schemas.openxmlformats.org/officeDocument/2006/relationships/customXml" Target="../ink/ink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94736" y="2697757"/>
            <a:ext cx="9402528" cy="3858686"/>
          </a:xfrm>
        </p:spPr>
        <p:txBody>
          <a:bodyPr>
            <a:normAutofit fontScale="90000"/>
          </a:bodyPr>
          <a:lstStyle/>
          <a:p>
            <a:br>
              <a:rPr lang="pt-BR" sz="4400" b="1" dirty="0"/>
            </a:br>
            <a:br>
              <a:rPr lang="pt-BR" sz="4400" b="1" dirty="0"/>
            </a:br>
            <a:r>
              <a:rPr lang="pt-BR" sz="3600" b="1" dirty="0"/>
              <a:t>MATH60025/MATH70025: 2024-2025</a:t>
            </a:r>
            <a:br>
              <a:rPr lang="pt-BR" sz="3600" b="1" dirty="0"/>
            </a:br>
            <a:br>
              <a:rPr lang="pt-BR" sz="3600" b="1" dirty="0"/>
            </a:br>
            <a:br>
              <a:rPr lang="pt-BR" sz="3600" b="1" dirty="0"/>
            </a:br>
            <a:br>
              <a:rPr lang="pt-BR" sz="3600" b="1" dirty="0"/>
            </a:br>
            <a:br>
              <a:rPr lang="pt-BR" sz="3600" b="1" dirty="0"/>
            </a:br>
            <a:br>
              <a:rPr lang="pt-BR" sz="3600" b="1" dirty="0"/>
            </a:br>
            <a:br>
              <a:rPr lang="pt-BR" sz="3600" b="1" dirty="0"/>
            </a:br>
            <a:br>
              <a:rPr lang="pt-BR" sz="3600" b="1" dirty="0"/>
            </a:br>
            <a:br>
              <a:rPr lang="pt-BR" sz="3600" b="1" dirty="0"/>
            </a:br>
            <a:r>
              <a:rPr lang="en-GB" sz="2400" b="1" dirty="0">
                <a:solidFill>
                  <a:schemeClr val="accent5">
                    <a:lumMod val="75000"/>
                  </a:schemeClr>
                </a:solidFill>
              </a:rPr>
              <a:t>Lecture 1 : Brief Motivation</a:t>
            </a:r>
            <a:br>
              <a:rPr lang="pt-BR" sz="5300" dirty="0"/>
            </a:br>
            <a:br>
              <a:rPr lang="pt-BR" sz="5300" b="1" dirty="0"/>
            </a:br>
            <a:br>
              <a:rPr lang="pt-BR" b="1" dirty="0"/>
            </a:br>
            <a:endParaRPr lang="en-GB" sz="3100" b="1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23BCDC4-90C2-3730-D215-20823D5F806B}"/>
              </a:ext>
            </a:extLst>
          </p:cNvPr>
          <p:cNvSpPr/>
          <p:nvPr/>
        </p:nvSpPr>
        <p:spPr>
          <a:xfrm>
            <a:off x="2433580" y="2221102"/>
            <a:ext cx="7499937" cy="1323439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40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</a:rPr>
              <a:t>C</a:t>
            </a:r>
            <a:r>
              <a:rPr lang="en-US" sz="4000" b="1" cap="none" spc="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</a:rPr>
              <a:t>omputational Partial Differential </a:t>
            </a:r>
          </a:p>
          <a:p>
            <a:pPr algn="ctr"/>
            <a:r>
              <a:rPr lang="en-US" sz="4000" b="1" cap="none" spc="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</a:rPr>
              <a:t>Equations</a:t>
            </a:r>
          </a:p>
        </p:txBody>
      </p:sp>
    </p:spTree>
    <p:extLst>
      <p:ext uri="{BB962C8B-B14F-4D97-AF65-F5344CB8AC3E}">
        <p14:creationId xmlns:p14="http://schemas.microsoft.com/office/powerpoint/2010/main" val="98096427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09006" y="14492"/>
            <a:ext cx="10482994" cy="581406"/>
          </a:xfrm>
          <a:solidFill>
            <a:schemeClr val="accent5">
              <a:lumMod val="20000"/>
              <a:lumOff val="80000"/>
            </a:schemeClr>
          </a:solidFill>
        </p:spPr>
        <p:txBody>
          <a:bodyPr>
            <a:noAutofit/>
          </a:bodyPr>
          <a:lstStyle/>
          <a:p>
            <a:r>
              <a:rPr lang="en-GB" sz="3200" b="1" dirty="0"/>
              <a:t>Common PDEs</a:t>
            </a:r>
          </a:p>
        </p:txBody>
      </p:sp>
      <p:graphicFrame>
        <p:nvGraphicFramePr>
          <p:cNvPr id="9" name="Object 8"/>
          <p:cNvGraphicFramePr>
            <a:graphicFrameLocks noChangeAspect="1"/>
          </p:cNvGraphicFramePr>
          <p:nvPr/>
        </p:nvGraphicFramePr>
        <p:xfrm>
          <a:off x="1520825" y="1389063"/>
          <a:ext cx="1663700" cy="609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663560" imgH="609480" progId="Equation.DSMT4">
                  <p:embed/>
                </p:oleObj>
              </mc:Choice>
              <mc:Fallback>
                <p:oleObj name="Equation" r:id="rId2" imgW="1663560" imgH="609480" progId="Equation.DSMT4">
                  <p:embed/>
                  <p:pic>
                    <p:nvPicPr>
                      <p:cNvPr id="9" name="Object 8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1520825" y="1389063"/>
                        <a:ext cx="1663700" cy="609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TextBox 10">
            <a:extLst>
              <a:ext uri="{FF2B5EF4-FFF2-40B4-BE49-F238E27FC236}">
                <a16:creationId xmlns:a16="http://schemas.microsoft.com/office/drawing/2014/main" id="{C43B1B7F-F6A2-7A27-734F-909B35A75539}"/>
              </a:ext>
            </a:extLst>
          </p:cNvPr>
          <p:cNvSpPr txBox="1"/>
          <p:nvPr/>
        </p:nvSpPr>
        <p:spPr>
          <a:xfrm>
            <a:off x="128171" y="905560"/>
            <a:ext cx="3545642" cy="400110"/>
          </a:xfrm>
          <a:prstGeom prst="rect">
            <a:avLst/>
          </a:prstGeom>
          <a:solidFill>
            <a:schemeClr val="bg2"/>
          </a:solidFill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/>
              <a:t>Linear advection equation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1086393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09006" y="14492"/>
            <a:ext cx="10482994" cy="581406"/>
          </a:xfrm>
          <a:solidFill>
            <a:schemeClr val="accent5">
              <a:lumMod val="20000"/>
              <a:lumOff val="80000"/>
            </a:schemeClr>
          </a:solidFill>
        </p:spPr>
        <p:txBody>
          <a:bodyPr>
            <a:noAutofit/>
          </a:bodyPr>
          <a:lstStyle/>
          <a:p>
            <a:r>
              <a:rPr lang="en-GB" sz="3200" b="1" dirty="0"/>
              <a:t>Common PDEs</a:t>
            </a:r>
          </a:p>
        </p:txBody>
      </p:sp>
      <p:graphicFrame>
        <p:nvGraphicFramePr>
          <p:cNvPr id="9" name="Object 8"/>
          <p:cNvGraphicFramePr>
            <a:graphicFrameLocks noChangeAspect="1"/>
          </p:cNvGraphicFramePr>
          <p:nvPr/>
        </p:nvGraphicFramePr>
        <p:xfrm>
          <a:off x="1520825" y="1389063"/>
          <a:ext cx="1663700" cy="609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663560" imgH="609480" progId="Equation.DSMT4">
                  <p:embed/>
                </p:oleObj>
              </mc:Choice>
              <mc:Fallback>
                <p:oleObj name="Equation" r:id="rId4" imgW="1663560" imgH="609480" progId="Equation.DSMT4">
                  <p:embed/>
                  <p:pic>
                    <p:nvPicPr>
                      <p:cNvPr id="9" name="Object 8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20825" y="1389063"/>
                        <a:ext cx="1663700" cy="609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5" name="adv1d">
            <a:hlinkClick r:id="" action="ppaction://media"/>
            <a:extLst>
              <a:ext uri="{FF2B5EF4-FFF2-40B4-BE49-F238E27FC236}">
                <a16:creationId xmlns:a16="http://schemas.microsoft.com/office/drawing/2014/main" id="{14CF791E-61C0-CAB4-4353-57F62C5ABE22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225697" y="2082056"/>
            <a:ext cx="5105062" cy="1914186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C43B1B7F-F6A2-7A27-734F-909B35A75539}"/>
              </a:ext>
            </a:extLst>
          </p:cNvPr>
          <p:cNvSpPr txBox="1"/>
          <p:nvPr/>
        </p:nvSpPr>
        <p:spPr>
          <a:xfrm>
            <a:off x="128171" y="905560"/>
            <a:ext cx="3545642" cy="400110"/>
          </a:xfrm>
          <a:prstGeom prst="rect">
            <a:avLst/>
          </a:prstGeom>
          <a:solidFill>
            <a:schemeClr val="bg2"/>
          </a:solidFill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/>
              <a:t>Linear advection equation </a:t>
            </a:r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51BB449-1E64-796B-2D60-83214A6DAA4E}"/>
              </a:ext>
            </a:extLst>
          </p:cNvPr>
          <p:cNvSpPr txBox="1"/>
          <p:nvPr/>
        </p:nvSpPr>
        <p:spPr>
          <a:xfrm>
            <a:off x="4289898" y="2098937"/>
            <a:ext cx="496110" cy="46166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2400" b="1" i="1" dirty="0"/>
              <a:t>+c</a:t>
            </a:r>
          </a:p>
        </p:txBody>
      </p:sp>
    </p:spTree>
    <p:extLst>
      <p:ext uri="{BB962C8B-B14F-4D97-AF65-F5344CB8AC3E}">
        <p14:creationId xmlns:p14="http://schemas.microsoft.com/office/powerpoint/2010/main" val="24804798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4200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repeatCount="indefinite" fill="hold" display="0">
                  <p:stCondLst>
                    <p:cond delay="indefinite"/>
                  </p:stCondLst>
                </p:cTn>
                <p:tgtEl>
                  <p:spTgt spid="5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"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0BD067-D15A-C89E-B0BF-677FF32639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7D4D33-FFB2-41F8-7C3C-9D4A02DB2A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09006" y="14492"/>
            <a:ext cx="10482994" cy="581406"/>
          </a:xfrm>
          <a:solidFill>
            <a:schemeClr val="accent5">
              <a:lumMod val="20000"/>
              <a:lumOff val="80000"/>
            </a:schemeClr>
          </a:solidFill>
        </p:spPr>
        <p:txBody>
          <a:bodyPr>
            <a:noAutofit/>
          </a:bodyPr>
          <a:lstStyle/>
          <a:p>
            <a:r>
              <a:rPr lang="en-GB" sz="3200" b="1" dirty="0"/>
              <a:t>Common PDEs</a:t>
            </a:r>
          </a:p>
        </p:txBody>
      </p:sp>
      <p:graphicFrame>
        <p:nvGraphicFramePr>
          <p:cNvPr id="9" name="Object 8">
            <a:extLst>
              <a:ext uri="{FF2B5EF4-FFF2-40B4-BE49-F238E27FC236}">
                <a16:creationId xmlns:a16="http://schemas.microsoft.com/office/drawing/2014/main" id="{4DE6FDEF-E0DC-FBD4-C7A5-7D8B315EAFD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520825" y="1389063"/>
          <a:ext cx="1663700" cy="609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1663560" imgH="609480" progId="Equation.DSMT4">
                  <p:embed/>
                </p:oleObj>
              </mc:Choice>
              <mc:Fallback>
                <p:oleObj name="Equation" r:id="rId6" imgW="1663560" imgH="609480" progId="Equation.DSMT4">
                  <p:embed/>
                  <p:pic>
                    <p:nvPicPr>
                      <p:cNvPr id="9" name="Object 8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1520825" y="1389063"/>
                        <a:ext cx="1663700" cy="609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5" name="adv1d">
            <a:hlinkClick r:id="" action="ppaction://media"/>
            <a:extLst>
              <a:ext uri="{FF2B5EF4-FFF2-40B4-BE49-F238E27FC236}">
                <a16:creationId xmlns:a16="http://schemas.microsoft.com/office/drawing/2014/main" id="{D9312520-9884-EEAD-7107-0CDA8F6F08CF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8"/>
          <a:stretch>
            <a:fillRect/>
          </a:stretch>
        </p:blipFill>
        <p:spPr>
          <a:xfrm>
            <a:off x="225697" y="2082056"/>
            <a:ext cx="5105062" cy="1914186"/>
          </a:xfrm>
          <a:prstGeom prst="rect">
            <a:avLst/>
          </a:prstGeom>
        </p:spPr>
      </p:pic>
      <p:pic>
        <p:nvPicPr>
          <p:cNvPr id="6" name="adv1dn">
            <a:hlinkClick r:id="" action="ppaction://media"/>
            <a:extLst>
              <a:ext uri="{FF2B5EF4-FFF2-40B4-BE49-F238E27FC236}">
                <a16:creationId xmlns:a16="http://schemas.microsoft.com/office/drawing/2014/main" id="{3FE5FB3B-A9D9-3BE9-5F9F-FE663DF87E98}"/>
              </a:ext>
            </a:extLst>
          </p:cNvPr>
          <p:cNvPicPr>
            <a:picLocks noChangeAspect="1"/>
          </p:cNvPicPr>
          <p:nvPr>
            <a:vide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9"/>
          <a:stretch>
            <a:fillRect/>
          </a:stretch>
        </p:blipFill>
        <p:spPr>
          <a:xfrm>
            <a:off x="225696" y="4525307"/>
            <a:ext cx="5105063" cy="1914186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16F66164-510A-1E72-55F1-91BFA957B097}"/>
              </a:ext>
            </a:extLst>
          </p:cNvPr>
          <p:cNvSpPr txBox="1"/>
          <p:nvPr/>
        </p:nvSpPr>
        <p:spPr>
          <a:xfrm>
            <a:off x="128171" y="905560"/>
            <a:ext cx="3545642" cy="400110"/>
          </a:xfrm>
          <a:prstGeom prst="rect">
            <a:avLst/>
          </a:prstGeom>
          <a:solidFill>
            <a:schemeClr val="bg2"/>
          </a:solidFill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/>
              <a:t>Linear advection equation </a:t>
            </a:r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7778254-1FCB-6A43-C54E-79150E70A9EB}"/>
              </a:ext>
            </a:extLst>
          </p:cNvPr>
          <p:cNvSpPr txBox="1"/>
          <p:nvPr/>
        </p:nvSpPr>
        <p:spPr>
          <a:xfrm>
            <a:off x="4289898" y="2098937"/>
            <a:ext cx="496110" cy="46166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2400" b="1" i="1" dirty="0"/>
              <a:t>+c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BC3B001-6B56-ECA4-1219-4876086B4F00}"/>
              </a:ext>
            </a:extLst>
          </p:cNvPr>
          <p:cNvSpPr txBox="1"/>
          <p:nvPr/>
        </p:nvSpPr>
        <p:spPr>
          <a:xfrm>
            <a:off x="4289898" y="4621590"/>
            <a:ext cx="418290" cy="46166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2400" b="1" i="1" dirty="0"/>
              <a:t>-c</a:t>
            </a:r>
          </a:p>
        </p:txBody>
      </p:sp>
    </p:spTree>
    <p:extLst>
      <p:ext uri="{BB962C8B-B14F-4D97-AF65-F5344CB8AC3E}">
        <p14:creationId xmlns:p14="http://schemas.microsoft.com/office/powerpoint/2010/main" val="22636977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4200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0" dur="4200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11" repeatCount="indefinite" fill="hold" display="0">
                  <p:stCondLst>
                    <p:cond delay="indefinite"/>
                  </p:stCondLst>
                </p:cTn>
                <p:tgtEl>
                  <p:spTgt spid="5"/>
                </p:tgtEl>
              </p:cMediaNode>
            </p:video>
            <p:seq concurrent="1" nextAc="seek">
              <p:cTn id="12" restart="whenNotActive" fill="hold" evtFilter="cancelBubble" nodeType="interactiveSeq">
                <p:stCondLst>
                  <p:cond evt="onClick" delay="0">
                    <p:tgtEl>
                      <p:spTgt spid="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3" fill="hold">
                      <p:stCondLst>
                        <p:cond delay="0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6" dur="1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"/>
                  </p:tgtEl>
                </p:cond>
              </p:nextCondLst>
            </p:seq>
            <p:video>
              <p:cMediaNode vol="80000">
                <p:cTn id="17" repeatCount="indefinite" fill="hold" display="0">
                  <p:stCondLst>
                    <p:cond delay="indefinite"/>
                  </p:stCondLst>
                </p:cTn>
                <p:tgtEl>
                  <p:spTgt spid="6"/>
                </p:tgtEl>
              </p:cMediaNode>
            </p:video>
            <p:seq concurrent="1" nextAc="seek">
              <p:cTn id="18" restart="whenNotActive" fill="hold" evtFilter="cancelBubble" nodeType="interactiveSeq">
                <p:stCondLst>
                  <p:cond evt="onClick" delay="0">
                    <p:tgtEl>
                      <p:spTgt spid="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9" fill="hold">
                      <p:stCondLst>
                        <p:cond delay="0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22" dur="1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"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09006" y="14492"/>
            <a:ext cx="10482994" cy="581406"/>
          </a:xfrm>
          <a:solidFill>
            <a:schemeClr val="accent5">
              <a:lumMod val="20000"/>
              <a:lumOff val="80000"/>
            </a:schemeClr>
          </a:solidFill>
        </p:spPr>
        <p:txBody>
          <a:bodyPr>
            <a:noAutofit/>
          </a:bodyPr>
          <a:lstStyle/>
          <a:p>
            <a:r>
              <a:rPr lang="en-GB" sz="3200" b="1" dirty="0"/>
              <a:t>Common PDEs</a:t>
            </a:r>
          </a:p>
        </p:txBody>
      </p:sp>
      <p:graphicFrame>
        <p:nvGraphicFramePr>
          <p:cNvPr id="9" name="Object 8"/>
          <p:cNvGraphicFramePr>
            <a:graphicFrameLocks noChangeAspect="1"/>
          </p:cNvGraphicFramePr>
          <p:nvPr/>
        </p:nvGraphicFramePr>
        <p:xfrm>
          <a:off x="1520825" y="1389063"/>
          <a:ext cx="1663700" cy="609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663560" imgH="609480" progId="Equation.DSMT4">
                  <p:embed/>
                </p:oleObj>
              </mc:Choice>
              <mc:Fallback>
                <p:oleObj name="Equation" r:id="rId4" imgW="1663560" imgH="609480" progId="Equation.DSMT4">
                  <p:embed/>
                  <p:pic>
                    <p:nvPicPr>
                      <p:cNvPr id="9" name="Object 8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20825" y="1389063"/>
                        <a:ext cx="1663700" cy="609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TextBox 10">
            <a:extLst>
              <a:ext uri="{FF2B5EF4-FFF2-40B4-BE49-F238E27FC236}">
                <a16:creationId xmlns:a16="http://schemas.microsoft.com/office/drawing/2014/main" id="{C43B1B7F-F6A2-7A27-734F-909B35A75539}"/>
              </a:ext>
            </a:extLst>
          </p:cNvPr>
          <p:cNvSpPr txBox="1"/>
          <p:nvPr/>
        </p:nvSpPr>
        <p:spPr>
          <a:xfrm>
            <a:off x="128171" y="905560"/>
            <a:ext cx="3545642" cy="400110"/>
          </a:xfrm>
          <a:prstGeom prst="rect">
            <a:avLst/>
          </a:prstGeom>
          <a:solidFill>
            <a:schemeClr val="bg2"/>
          </a:solidFill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/>
              <a:t>Linear advection equation </a:t>
            </a:r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8B00BFF-B268-4774-4510-2C6ED636863C}"/>
              </a:ext>
            </a:extLst>
          </p:cNvPr>
          <p:cNvSpPr txBox="1"/>
          <p:nvPr/>
        </p:nvSpPr>
        <p:spPr>
          <a:xfrm>
            <a:off x="6096000" y="813625"/>
            <a:ext cx="3545642" cy="400110"/>
          </a:xfrm>
          <a:prstGeom prst="rect">
            <a:avLst/>
          </a:prstGeom>
          <a:solidFill>
            <a:schemeClr val="bg2"/>
          </a:solidFill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/>
              <a:t>Wave equation </a:t>
            </a:r>
            <a:endParaRPr lang="en-US" dirty="0"/>
          </a:p>
        </p:txBody>
      </p:sp>
      <p:graphicFrame>
        <p:nvGraphicFramePr>
          <p:cNvPr id="10" name="Object 9">
            <a:extLst>
              <a:ext uri="{FF2B5EF4-FFF2-40B4-BE49-F238E27FC236}">
                <a16:creationId xmlns:a16="http://schemas.microsoft.com/office/drawing/2014/main" id="{F05F0038-F95D-0548-26FD-A91BAFE33B5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07998319"/>
              </p:ext>
            </p:extLst>
          </p:nvPr>
        </p:nvGraphicFramePr>
        <p:xfrm>
          <a:off x="5832475" y="1370013"/>
          <a:ext cx="1765300" cy="647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1765080" imgH="647640" progId="Equation.DSMT4">
                  <p:embed/>
                </p:oleObj>
              </mc:Choice>
              <mc:Fallback>
                <p:oleObj name="Equation" r:id="rId6" imgW="1765080" imgH="647640" progId="Equation.DSMT4">
                  <p:embed/>
                  <p:pic>
                    <p:nvPicPr>
                      <p:cNvPr id="10" name="Object 9">
                        <a:extLst>
                          <a:ext uri="{FF2B5EF4-FFF2-40B4-BE49-F238E27FC236}">
                            <a16:creationId xmlns:a16="http://schemas.microsoft.com/office/drawing/2014/main" id="{F05F0038-F95D-0548-26FD-A91BAFE33B5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5832475" y="1370013"/>
                        <a:ext cx="1765300" cy="6477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2" name="wave2d">
            <a:hlinkClick r:id="" action="ppaction://media"/>
            <a:extLst>
              <a:ext uri="{FF2B5EF4-FFF2-40B4-BE49-F238E27FC236}">
                <a16:creationId xmlns:a16="http://schemas.microsoft.com/office/drawing/2014/main" id="{34717ECD-22F6-3EA4-AB52-C30251D6F239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8"/>
          <a:stretch>
            <a:fillRect/>
          </a:stretch>
        </p:blipFill>
        <p:spPr>
          <a:xfrm>
            <a:off x="5738635" y="2212091"/>
            <a:ext cx="5105063" cy="19141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80142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4200" fill="hold"/>
                                        <p:tgtEl>
                                          <p:spTgt spid="1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7" restart="whenNotActive" fill="hold" evtFilter="cancelBubble" nodeType="interactiveSeq">
                <p:stCondLst>
                  <p:cond evt="onClick" delay="0">
                    <p:tgtEl>
                      <p:spTgt spid="1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" fill="hold">
                      <p:stCondLst>
                        <p:cond delay="0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1" dur="1" fill="hold"/>
                                        <p:tgtEl>
                                          <p:spTgt spid="1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2"/>
                  </p:tgtEl>
                </p:cond>
              </p:nextCondLst>
            </p:seq>
            <p:video>
              <p:cMediaNode vol="80000">
                <p:cTn id="12" repeatCount="indefinite" fill="hold" display="0">
                  <p:stCondLst>
                    <p:cond delay="indefinite"/>
                  </p:stCondLst>
                </p:cTn>
                <p:tgtEl>
                  <p:spTgt spid="12"/>
                </p:tgtEl>
              </p:cMediaNode>
            </p:video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09006" y="14492"/>
            <a:ext cx="10482994" cy="581406"/>
          </a:xfrm>
          <a:solidFill>
            <a:schemeClr val="accent5">
              <a:lumMod val="20000"/>
              <a:lumOff val="80000"/>
            </a:schemeClr>
          </a:solidFill>
        </p:spPr>
        <p:txBody>
          <a:bodyPr>
            <a:noAutofit/>
          </a:bodyPr>
          <a:lstStyle/>
          <a:p>
            <a:r>
              <a:rPr lang="en-GB" sz="3200" b="1" dirty="0"/>
              <a:t>Common PDEs</a:t>
            </a:r>
          </a:p>
        </p:txBody>
      </p:sp>
      <p:graphicFrame>
        <p:nvGraphicFramePr>
          <p:cNvPr id="9" name="Object 8"/>
          <p:cNvGraphicFramePr>
            <a:graphicFrameLocks noChangeAspect="1"/>
          </p:cNvGraphicFramePr>
          <p:nvPr/>
        </p:nvGraphicFramePr>
        <p:xfrm>
          <a:off x="1520825" y="1389063"/>
          <a:ext cx="1663700" cy="609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663560" imgH="609480" progId="Equation.DSMT4">
                  <p:embed/>
                </p:oleObj>
              </mc:Choice>
              <mc:Fallback>
                <p:oleObj name="Equation" r:id="rId2" imgW="1663560" imgH="609480" progId="Equation.DSMT4">
                  <p:embed/>
                  <p:pic>
                    <p:nvPicPr>
                      <p:cNvPr id="9" name="Object 8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1520825" y="1389063"/>
                        <a:ext cx="1663700" cy="609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TextBox 10">
            <a:extLst>
              <a:ext uri="{FF2B5EF4-FFF2-40B4-BE49-F238E27FC236}">
                <a16:creationId xmlns:a16="http://schemas.microsoft.com/office/drawing/2014/main" id="{C43B1B7F-F6A2-7A27-734F-909B35A75539}"/>
              </a:ext>
            </a:extLst>
          </p:cNvPr>
          <p:cNvSpPr txBox="1"/>
          <p:nvPr/>
        </p:nvSpPr>
        <p:spPr>
          <a:xfrm>
            <a:off x="128171" y="905560"/>
            <a:ext cx="3545642" cy="400110"/>
          </a:xfrm>
          <a:prstGeom prst="rect">
            <a:avLst/>
          </a:prstGeom>
          <a:solidFill>
            <a:schemeClr val="bg2"/>
          </a:solidFill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/>
              <a:t>Linear advection equation </a:t>
            </a:r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8B00BFF-B268-4774-4510-2C6ED636863C}"/>
              </a:ext>
            </a:extLst>
          </p:cNvPr>
          <p:cNvSpPr txBox="1"/>
          <p:nvPr/>
        </p:nvSpPr>
        <p:spPr>
          <a:xfrm>
            <a:off x="6096000" y="813625"/>
            <a:ext cx="3545642" cy="400110"/>
          </a:xfrm>
          <a:prstGeom prst="rect">
            <a:avLst/>
          </a:prstGeom>
          <a:solidFill>
            <a:schemeClr val="bg2"/>
          </a:solidFill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/>
              <a:t>Wave equation </a:t>
            </a:r>
            <a:endParaRPr lang="en-US" dirty="0"/>
          </a:p>
        </p:txBody>
      </p:sp>
      <p:graphicFrame>
        <p:nvGraphicFramePr>
          <p:cNvPr id="10" name="Object 9">
            <a:extLst>
              <a:ext uri="{FF2B5EF4-FFF2-40B4-BE49-F238E27FC236}">
                <a16:creationId xmlns:a16="http://schemas.microsoft.com/office/drawing/2014/main" id="{F05F0038-F95D-0548-26FD-A91BAFE33B5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299075" y="1331913"/>
          <a:ext cx="6489700" cy="762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6489360" imgH="761760" progId="Equation.DSMT4">
                  <p:embed/>
                </p:oleObj>
              </mc:Choice>
              <mc:Fallback>
                <p:oleObj name="Equation" r:id="rId4" imgW="6489360" imgH="761760" progId="Equation.DSMT4">
                  <p:embed/>
                  <p:pic>
                    <p:nvPicPr>
                      <p:cNvPr id="10" name="Object 9">
                        <a:extLst>
                          <a:ext uri="{FF2B5EF4-FFF2-40B4-BE49-F238E27FC236}">
                            <a16:creationId xmlns:a16="http://schemas.microsoft.com/office/drawing/2014/main" id="{F05F0038-F95D-0548-26FD-A91BAFE33B5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5299075" y="1331913"/>
                        <a:ext cx="6489700" cy="7620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95910214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09006" y="14492"/>
            <a:ext cx="10482994" cy="581406"/>
          </a:xfrm>
          <a:solidFill>
            <a:schemeClr val="accent5">
              <a:lumMod val="20000"/>
              <a:lumOff val="80000"/>
            </a:schemeClr>
          </a:solidFill>
        </p:spPr>
        <p:txBody>
          <a:bodyPr>
            <a:noAutofit/>
          </a:bodyPr>
          <a:lstStyle/>
          <a:p>
            <a:r>
              <a:rPr lang="en-GB" sz="3200" b="1" dirty="0"/>
              <a:t>Common PDEs</a:t>
            </a:r>
          </a:p>
        </p:txBody>
      </p:sp>
      <p:graphicFrame>
        <p:nvGraphicFramePr>
          <p:cNvPr id="9" name="Object 8"/>
          <p:cNvGraphicFramePr>
            <a:graphicFrameLocks noChangeAspect="1"/>
          </p:cNvGraphicFramePr>
          <p:nvPr/>
        </p:nvGraphicFramePr>
        <p:xfrm>
          <a:off x="1520825" y="1389063"/>
          <a:ext cx="1663700" cy="609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663560" imgH="609480" progId="Equation.DSMT4">
                  <p:embed/>
                </p:oleObj>
              </mc:Choice>
              <mc:Fallback>
                <p:oleObj name="Equation" r:id="rId4" imgW="1663560" imgH="609480" progId="Equation.DSMT4">
                  <p:embed/>
                  <p:pic>
                    <p:nvPicPr>
                      <p:cNvPr id="9" name="Object 8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20825" y="1389063"/>
                        <a:ext cx="1663700" cy="609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Object 6">
            <a:extLst>
              <a:ext uri="{FF2B5EF4-FFF2-40B4-BE49-F238E27FC236}">
                <a16:creationId xmlns:a16="http://schemas.microsoft.com/office/drawing/2014/main" id="{99038554-1D34-99CF-0DEE-950FEBF477E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036130" y="1313220"/>
          <a:ext cx="4838700" cy="762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4838400" imgH="761760" progId="Equation.DSMT4">
                  <p:embed/>
                </p:oleObj>
              </mc:Choice>
              <mc:Fallback>
                <p:oleObj name="Equation" r:id="rId6" imgW="4838400" imgH="761760" progId="Equation.DSMT4">
                  <p:embed/>
                  <p:pic>
                    <p:nvPicPr>
                      <p:cNvPr id="7" name="Object 6">
                        <a:extLst>
                          <a:ext uri="{FF2B5EF4-FFF2-40B4-BE49-F238E27FC236}">
                            <a16:creationId xmlns:a16="http://schemas.microsoft.com/office/drawing/2014/main" id="{99038554-1D34-99CF-0DEE-950FEBF477E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7036130" y="1313220"/>
                        <a:ext cx="4838700" cy="7620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TextBox 10">
            <a:extLst>
              <a:ext uri="{FF2B5EF4-FFF2-40B4-BE49-F238E27FC236}">
                <a16:creationId xmlns:a16="http://schemas.microsoft.com/office/drawing/2014/main" id="{C43B1B7F-F6A2-7A27-734F-909B35A75539}"/>
              </a:ext>
            </a:extLst>
          </p:cNvPr>
          <p:cNvSpPr txBox="1"/>
          <p:nvPr/>
        </p:nvSpPr>
        <p:spPr>
          <a:xfrm>
            <a:off x="128171" y="905560"/>
            <a:ext cx="3545642" cy="400110"/>
          </a:xfrm>
          <a:prstGeom prst="rect">
            <a:avLst/>
          </a:prstGeom>
          <a:solidFill>
            <a:schemeClr val="bg2"/>
          </a:solidFill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/>
              <a:t>Linear advection equation </a:t>
            </a:r>
            <a:endParaRPr lang="en-US" dirty="0"/>
          </a:p>
        </p:txBody>
      </p:sp>
      <p:graphicFrame>
        <p:nvGraphicFramePr>
          <p:cNvPr id="4" name="Object 3">
            <a:extLst>
              <a:ext uri="{FF2B5EF4-FFF2-40B4-BE49-F238E27FC236}">
                <a16:creationId xmlns:a16="http://schemas.microsoft.com/office/drawing/2014/main" id="{5844EC94-45D9-75D1-C6A1-7915EC56405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80111091"/>
              </p:ext>
            </p:extLst>
          </p:nvPr>
        </p:nvGraphicFramePr>
        <p:xfrm>
          <a:off x="466725" y="3008313"/>
          <a:ext cx="3771900" cy="647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3771720" imgH="647640" progId="Equation.DSMT4">
                  <p:embed/>
                </p:oleObj>
              </mc:Choice>
              <mc:Fallback>
                <p:oleObj name="Equation" r:id="rId8" imgW="3771720" imgH="647640" progId="Equation.DSMT4">
                  <p:embed/>
                  <p:pic>
                    <p:nvPicPr>
                      <p:cNvPr id="4" name="Object 3">
                        <a:extLst>
                          <a:ext uri="{FF2B5EF4-FFF2-40B4-BE49-F238E27FC236}">
                            <a16:creationId xmlns:a16="http://schemas.microsoft.com/office/drawing/2014/main" id="{5844EC94-45D9-75D1-C6A1-7915EC56405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466725" y="3008313"/>
                        <a:ext cx="3771900" cy="6477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4" name="burger.mp4">
            <a:hlinkClick r:id="" action="ppaction://media"/>
            <a:extLst>
              <a:ext uri="{FF2B5EF4-FFF2-40B4-BE49-F238E27FC236}">
                <a16:creationId xmlns:a16="http://schemas.microsoft.com/office/drawing/2014/main" id="{C9D5FC93-192C-35A6-DE87-09D5EC8A2891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10"/>
          <a:stretch>
            <a:fillRect/>
          </a:stretch>
        </p:blipFill>
        <p:spPr>
          <a:xfrm>
            <a:off x="128171" y="4046707"/>
            <a:ext cx="5075237" cy="152400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82A523A7-B92C-6895-5CE9-8C5F559D4C02}"/>
              </a:ext>
            </a:extLst>
          </p:cNvPr>
          <p:cNvSpPr txBox="1"/>
          <p:nvPr/>
        </p:nvSpPr>
        <p:spPr>
          <a:xfrm>
            <a:off x="128171" y="2270329"/>
            <a:ext cx="3545642" cy="400110"/>
          </a:xfrm>
          <a:prstGeom prst="rect">
            <a:avLst/>
          </a:prstGeom>
          <a:solidFill>
            <a:schemeClr val="bg2"/>
          </a:solidFill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/>
              <a:t>Burgers equation </a:t>
            </a:r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3106981-179B-CDE2-3405-8EC8D5D19D3A}"/>
              </a:ext>
            </a:extLst>
          </p:cNvPr>
          <p:cNvSpPr txBox="1"/>
          <p:nvPr/>
        </p:nvSpPr>
        <p:spPr>
          <a:xfrm>
            <a:off x="6096000" y="813625"/>
            <a:ext cx="3545642" cy="400110"/>
          </a:xfrm>
          <a:prstGeom prst="rect">
            <a:avLst/>
          </a:prstGeom>
          <a:solidFill>
            <a:schemeClr val="bg2"/>
          </a:solidFill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/>
              <a:t>Wave equation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074583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5367" fill="hold"/>
                                        <p:tgtEl>
                                          <p:spTgt spid="1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repeatCount="indefinite" fill="hold" display="0">
                  <p:stCondLst>
                    <p:cond delay="indefinite"/>
                  </p:stCondLst>
                </p:cTn>
                <p:tgtEl>
                  <p:spTgt spid="14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1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1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"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09006" y="14492"/>
            <a:ext cx="10482994" cy="581406"/>
          </a:xfrm>
          <a:solidFill>
            <a:schemeClr val="accent5">
              <a:lumMod val="20000"/>
              <a:lumOff val="80000"/>
            </a:schemeClr>
          </a:solidFill>
        </p:spPr>
        <p:txBody>
          <a:bodyPr>
            <a:noAutofit/>
          </a:bodyPr>
          <a:lstStyle/>
          <a:p>
            <a:r>
              <a:rPr lang="en-GB" sz="3200" b="1" dirty="0"/>
              <a:t>Common PDEs</a:t>
            </a:r>
          </a:p>
        </p:txBody>
      </p:sp>
      <p:graphicFrame>
        <p:nvGraphicFramePr>
          <p:cNvPr id="9" name="Object 8"/>
          <p:cNvGraphicFramePr>
            <a:graphicFrameLocks noChangeAspect="1"/>
          </p:cNvGraphicFramePr>
          <p:nvPr/>
        </p:nvGraphicFramePr>
        <p:xfrm>
          <a:off x="1520825" y="1389063"/>
          <a:ext cx="1663700" cy="609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663560" imgH="609480" progId="Equation.DSMT4">
                  <p:embed/>
                </p:oleObj>
              </mc:Choice>
              <mc:Fallback>
                <p:oleObj name="Equation" r:id="rId4" imgW="1663560" imgH="609480" progId="Equation.DSMT4">
                  <p:embed/>
                  <p:pic>
                    <p:nvPicPr>
                      <p:cNvPr id="9" name="Object 8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20825" y="1389063"/>
                        <a:ext cx="1663700" cy="609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Object 6">
            <a:extLst>
              <a:ext uri="{FF2B5EF4-FFF2-40B4-BE49-F238E27FC236}">
                <a16:creationId xmlns:a16="http://schemas.microsoft.com/office/drawing/2014/main" id="{99038554-1D34-99CF-0DEE-950FEBF477E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036130" y="1313220"/>
          <a:ext cx="4838700" cy="762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4838400" imgH="761760" progId="Equation.DSMT4">
                  <p:embed/>
                </p:oleObj>
              </mc:Choice>
              <mc:Fallback>
                <p:oleObj name="Equation" r:id="rId6" imgW="4838400" imgH="761760" progId="Equation.DSMT4">
                  <p:embed/>
                  <p:pic>
                    <p:nvPicPr>
                      <p:cNvPr id="7" name="Object 6">
                        <a:extLst>
                          <a:ext uri="{FF2B5EF4-FFF2-40B4-BE49-F238E27FC236}">
                            <a16:creationId xmlns:a16="http://schemas.microsoft.com/office/drawing/2014/main" id="{99038554-1D34-99CF-0DEE-950FEBF477E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7036130" y="1313220"/>
                        <a:ext cx="4838700" cy="7620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TextBox 10">
            <a:extLst>
              <a:ext uri="{FF2B5EF4-FFF2-40B4-BE49-F238E27FC236}">
                <a16:creationId xmlns:a16="http://schemas.microsoft.com/office/drawing/2014/main" id="{C43B1B7F-F6A2-7A27-734F-909B35A75539}"/>
              </a:ext>
            </a:extLst>
          </p:cNvPr>
          <p:cNvSpPr txBox="1"/>
          <p:nvPr/>
        </p:nvSpPr>
        <p:spPr>
          <a:xfrm>
            <a:off x="128171" y="905560"/>
            <a:ext cx="3545642" cy="400110"/>
          </a:xfrm>
          <a:prstGeom prst="rect">
            <a:avLst/>
          </a:prstGeom>
          <a:solidFill>
            <a:schemeClr val="bg2"/>
          </a:solidFill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/>
              <a:t>Linear advection equation </a:t>
            </a:r>
            <a:endParaRPr lang="en-US" dirty="0"/>
          </a:p>
        </p:txBody>
      </p:sp>
      <p:graphicFrame>
        <p:nvGraphicFramePr>
          <p:cNvPr id="4" name="Object 3">
            <a:extLst>
              <a:ext uri="{FF2B5EF4-FFF2-40B4-BE49-F238E27FC236}">
                <a16:creationId xmlns:a16="http://schemas.microsoft.com/office/drawing/2014/main" id="{5844EC94-45D9-75D1-C6A1-7915EC56405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66725" y="3008313"/>
          <a:ext cx="3771900" cy="647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3771720" imgH="647640" progId="Equation.DSMT4">
                  <p:embed/>
                </p:oleObj>
              </mc:Choice>
              <mc:Fallback>
                <p:oleObj name="Equation" r:id="rId8" imgW="3771720" imgH="647640" progId="Equation.DSMT4">
                  <p:embed/>
                  <p:pic>
                    <p:nvPicPr>
                      <p:cNvPr id="4" name="Object 3">
                        <a:extLst>
                          <a:ext uri="{FF2B5EF4-FFF2-40B4-BE49-F238E27FC236}">
                            <a16:creationId xmlns:a16="http://schemas.microsoft.com/office/drawing/2014/main" id="{5844EC94-45D9-75D1-C6A1-7915EC56405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466725" y="3008313"/>
                        <a:ext cx="3771900" cy="6477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Object 4">
            <a:extLst>
              <a:ext uri="{FF2B5EF4-FFF2-40B4-BE49-F238E27FC236}">
                <a16:creationId xmlns:a16="http://schemas.microsoft.com/office/drawing/2014/main" id="{6A111DF5-0F24-C534-E16A-E2048BBDD7D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17255349"/>
              </p:ext>
            </p:extLst>
          </p:nvPr>
        </p:nvGraphicFramePr>
        <p:xfrm>
          <a:off x="6181725" y="2768600"/>
          <a:ext cx="2095500" cy="647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2095200" imgH="647640" progId="Equation.DSMT4">
                  <p:embed/>
                </p:oleObj>
              </mc:Choice>
              <mc:Fallback>
                <p:oleObj name="Equation" r:id="rId10" imgW="2095200" imgH="647640" progId="Equation.DSMT4">
                  <p:embed/>
                  <p:pic>
                    <p:nvPicPr>
                      <p:cNvPr id="5" name="Object 4">
                        <a:extLst>
                          <a:ext uri="{FF2B5EF4-FFF2-40B4-BE49-F238E27FC236}">
                            <a16:creationId xmlns:a16="http://schemas.microsoft.com/office/drawing/2014/main" id="{6A111DF5-0F24-C534-E16A-E2048BBDD7D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6181725" y="2768600"/>
                        <a:ext cx="2095500" cy="6477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TextBox 9">
            <a:extLst>
              <a:ext uri="{FF2B5EF4-FFF2-40B4-BE49-F238E27FC236}">
                <a16:creationId xmlns:a16="http://schemas.microsoft.com/office/drawing/2014/main" id="{A66CD5D7-D723-1217-FEDA-A73EF7954F5A}"/>
              </a:ext>
            </a:extLst>
          </p:cNvPr>
          <p:cNvSpPr txBox="1"/>
          <p:nvPr/>
        </p:nvSpPr>
        <p:spPr>
          <a:xfrm>
            <a:off x="128171" y="2270329"/>
            <a:ext cx="3545642" cy="400110"/>
          </a:xfrm>
          <a:prstGeom prst="rect">
            <a:avLst/>
          </a:prstGeom>
          <a:solidFill>
            <a:schemeClr val="bg2"/>
          </a:solidFill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/>
              <a:t>Burgers equation </a:t>
            </a:r>
            <a:endParaRPr lang="en-US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7831451-63C4-7036-9F66-BBED5E6B6049}"/>
              </a:ext>
            </a:extLst>
          </p:cNvPr>
          <p:cNvSpPr txBox="1"/>
          <p:nvPr/>
        </p:nvSpPr>
        <p:spPr>
          <a:xfrm>
            <a:off x="6124327" y="2278597"/>
            <a:ext cx="3545642" cy="400110"/>
          </a:xfrm>
          <a:prstGeom prst="rect">
            <a:avLst/>
          </a:prstGeom>
          <a:solidFill>
            <a:schemeClr val="bg2"/>
          </a:solidFill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/>
              <a:t>Viscous counterpart </a:t>
            </a:r>
            <a:endParaRPr lang="en-US" dirty="0"/>
          </a:p>
        </p:txBody>
      </p:sp>
      <p:pic>
        <p:nvPicPr>
          <p:cNvPr id="13" name="burger.mp4">
            <a:hlinkClick r:id="" action="ppaction://media"/>
            <a:extLst>
              <a:ext uri="{FF2B5EF4-FFF2-40B4-BE49-F238E27FC236}">
                <a16:creationId xmlns:a16="http://schemas.microsoft.com/office/drawing/2014/main" id="{CBD0D757-7C95-A765-B411-F4124234A5B5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12"/>
          <a:stretch>
            <a:fillRect/>
          </a:stretch>
        </p:blipFill>
        <p:spPr>
          <a:xfrm>
            <a:off x="128171" y="4046707"/>
            <a:ext cx="5075237" cy="1524000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4B0641DE-34CD-F37D-C959-90CBCB6E45A0}"/>
              </a:ext>
            </a:extLst>
          </p:cNvPr>
          <p:cNvSpPr txBox="1"/>
          <p:nvPr/>
        </p:nvSpPr>
        <p:spPr>
          <a:xfrm>
            <a:off x="6096000" y="813625"/>
            <a:ext cx="3545642" cy="400110"/>
          </a:xfrm>
          <a:prstGeom prst="rect">
            <a:avLst/>
          </a:prstGeom>
          <a:solidFill>
            <a:schemeClr val="bg2"/>
          </a:solidFill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/>
              <a:t>Wave equation </a:t>
            </a:r>
            <a:endParaRPr lang="en-US" dirty="0"/>
          </a:p>
        </p:txBody>
      </p:sp>
      <p:sp>
        <p:nvSpPr>
          <p:cNvPr id="16" name="Arrow: Left 15">
            <a:extLst>
              <a:ext uri="{FF2B5EF4-FFF2-40B4-BE49-F238E27FC236}">
                <a16:creationId xmlns:a16="http://schemas.microsoft.com/office/drawing/2014/main" id="{715337A5-2BEC-19EC-82FA-74F2160857BD}"/>
              </a:ext>
            </a:extLst>
          </p:cNvPr>
          <p:cNvSpPr/>
          <p:nvPr/>
        </p:nvSpPr>
        <p:spPr>
          <a:xfrm rot="10800000">
            <a:off x="4813846" y="3059788"/>
            <a:ext cx="1089498" cy="272375"/>
          </a:xfrm>
          <a:prstGeom prst="lef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00123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5367" fill="hold"/>
                                        <p:tgtEl>
                                          <p:spTgt spid="1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7" restart="whenNotActive" fill="hold" evtFilter="cancelBubble" nodeType="interactiveSeq">
                <p:stCondLst>
                  <p:cond evt="onClick" delay="0">
                    <p:tgtEl>
                      <p:spTgt spid="1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" fill="hold">
                      <p:stCondLst>
                        <p:cond delay="0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1" dur="1" fill="hold"/>
                                        <p:tgtEl>
                                          <p:spTgt spid="1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3"/>
                  </p:tgtEl>
                </p:cond>
              </p:nextCondLst>
            </p:seq>
            <p:video>
              <p:cMediaNode vol="80000">
                <p:cTn id="12" repeatCount="indefinite" fill="hold" display="0">
                  <p:stCondLst>
                    <p:cond delay="indefinite"/>
                  </p:stCondLst>
                </p:cTn>
                <p:tgtEl>
                  <p:spTgt spid="13"/>
                </p:tgtEl>
              </p:cMediaNode>
            </p:video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09006" y="14492"/>
            <a:ext cx="10482994" cy="581406"/>
          </a:xfrm>
          <a:solidFill>
            <a:schemeClr val="accent5">
              <a:lumMod val="20000"/>
              <a:lumOff val="80000"/>
            </a:schemeClr>
          </a:solidFill>
        </p:spPr>
        <p:txBody>
          <a:bodyPr>
            <a:noAutofit/>
          </a:bodyPr>
          <a:lstStyle/>
          <a:p>
            <a:r>
              <a:rPr lang="en-GB" sz="3200" b="1" dirty="0"/>
              <a:t>Common PDEs</a:t>
            </a:r>
          </a:p>
        </p:txBody>
      </p:sp>
      <p:graphicFrame>
        <p:nvGraphicFramePr>
          <p:cNvPr id="9" name="Object 8"/>
          <p:cNvGraphicFramePr>
            <a:graphicFrameLocks noChangeAspect="1"/>
          </p:cNvGraphicFramePr>
          <p:nvPr/>
        </p:nvGraphicFramePr>
        <p:xfrm>
          <a:off x="1520825" y="1389063"/>
          <a:ext cx="1663700" cy="609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663560" imgH="609480" progId="Equation.DSMT4">
                  <p:embed/>
                </p:oleObj>
              </mc:Choice>
              <mc:Fallback>
                <p:oleObj name="Equation" r:id="rId2" imgW="1663560" imgH="609480" progId="Equation.DSMT4">
                  <p:embed/>
                  <p:pic>
                    <p:nvPicPr>
                      <p:cNvPr id="9" name="Object 8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1520825" y="1389063"/>
                        <a:ext cx="1663700" cy="609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Object 6">
            <a:extLst>
              <a:ext uri="{FF2B5EF4-FFF2-40B4-BE49-F238E27FC236}">
                <a16:creationId xmlns:a16="http://schemas.microsoft.com/office/drawing/2014/main" id="{99038554-1D34-99CF-0DEE-950FEBF477E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74972445"/>
              </p:ext>
            </p:extLst>
          </p:nvPr>
        </p:nvGraphicFramePr>
        <p:xfrm>
          <a:off x="5299075" y="1331913"/>
          <a:ext cx="6489700" cy="762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6489360" imgH="761760" progId="Equation.DSMT4">
                  <p:embed/>
                </p:oleObj>
              </mc:Choice>
              <mc:Fallback>
                <p:oleObj name="Equation" r:id="rId4" imgW="6489360" imgH="761760" progId="Equation.DSMT4">
                  <p:embed/>
                  <p:pic>
                    <p:nvPicPr>
                      <p:cNvPr id="7" name="Object 6">
                        <a:extLst>
                          <a:ext uri="{FF2B5EF4-FFF2-40B4-BE49-F238E27FC236}">
                            <a16:creationId xmlns:a16="http://schemas.microsoft.com/office/drawing/2014/main" id="{99038554-1D34-99CF-0DEE-950FEBF477E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5299075" y="1331913"/>
                        <a:ext cx="6489700" cy="7620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CB95CE5C-89EF-D238-5E32-966537D8DFA2}"/>
              </a:ext>
            </a:extLst>
          </p:cNvPr>
          <p:cNvSpPr txBox="1"/>
          <p:nvPr/>
        </p:nvSpPr>
        <p:spPr>
          <a:xfrm>
            <a:off x="6096000" y="813625"/>
            <a:ext cx="3545642" cy="400110"/>
          </a:xfrm>
          <a:prstGeom prst="rect">
            <a:avLst/>
          </a:prstGeom>
          <a:solidFill>
            <a:schemeClr val="bg2"/>
          </a:solidFill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/>
              <a:t>Wave equation </a:t>
            </a:r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43B1B7F-F6A2-7A27-734F-909B35A75539}"/>
              </a:ext>
            </a:extLst>
          </p:cNvPr>
          <p:cNvSpPr txBox="1"/>
          <p:nvPr/>
        </p:nvSpPr>
        <p:spPr>
          <a:xfrm>
            <a:off x="128171" y="905560"/>
            <a:ext cx="3545642" cy="400110"/>
          </a:xfrm>
          <a:prstGeom prst="rect">
            <a:avLst/>
          </a:prstGeom>
          <a:solidFill>
            <a:schemeClr val="bg2"/>
          </a:solidFill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/>
              <a:t>Linear advection equation </a:t>
            </a:r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96ED66B-05F6-2DD1-61C5-CFF077E53E5C}"/>
              </a:ext>
            </a:extLst>
          </p:cNvPr>
          <p:cNvSpPr txBox="1"/>
          <p:nvPr/>
        </p:nvSpPr>
        <p:spPr>
          <a:xfrm>
            <a:off x="128171" y="2270329"/>
            <a:ext cx="3545642" cy="400110"/>
          </a:xfrm>
          <a:prstGeom prst="rect">
            <a:avLst/>
          </a:prstGeom>
          <a:solidFill>
            <a:schemeClr val="bg2"/>
          </a:solidFill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/>
              <a:t>Burgers equation </a:t>
            </a:r>
            <a:endParaRPr lang="en-US" dirty="0"/>
          </a:p>
        </p:txBody>
      </p:sp>
      <p:graphicFrame>
        <p:nvGraphicFramePr>
          <p:cNvPr id="4" name="Object 3">
            <a:extLst>
              <a:ext uri="{FF2B5EF4-FFF2-40B4-BE49-F238E27FC236}">
                <a16:creationId xmlns:a16="http://schemas.microsoft.com/office/drawing/2014/main" id="{5844EC94-45D9-75D1-C6A1-7915EC56405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69342967"/>
              </p:ext>
            </p:extLst>
          </p:nvPr>
        </p:nvGraphicFramePr>
        <p:xfrm>
          <a:off x="1514475" y="2882900"/>
          <a:ext cx="1676400" cy="609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1676160" imgH="609480" progId="Equation.DSMT4">
                  <p:embed/>
                </p:oleObj>
              </mc:Choice>
              <mc:Fallback>
                <p:oleObj name="Equation" r:id="rId6" imgW="1676160" imgH="609480" progId="Equation.DSMT4">
                  <p:embed/>
                  <p:pic>
                    <p:nvPicPr>
                      <p:cNvPr id="4" name="Object 3">
                        <a:extLst>
                          <a:ext uri="{FF2B5EF4-FFF2-40B4-BE49-F238E27FC236}">
                            <a16:creationId xmlns:a16="http://schemas.microsoft.com/office/drawing/2014/main" id="{5844EC94-45D9-75D1-C6A1-7915EC56405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1514475" y="2882900"/>
                        <a:ext cx="1676400" cy="609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Object 9">
            <a:extLst>
              <a:ext uri="{FF2B5EF4-FFF2-40B4-BE49-F238E27FC236}">
                <a16:creationId xmlns:a16="http://schemas.microsoft.com/office/drawing/2014/main" id="{E27AF3AC-E576-24E2-C81D-500F69EC72A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00733330"/>
              </p:ext>
            </p:extLst>
          </p:nvPr>
        </p:nvGraphicFramePr>
        <p:xfrm>
          <a:off x="6181725" y="2768600"/>
          <a:ext cx="2095500" cy="647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2095200" imgH="647640" progId="Equation.DSMT4">
                  <p:embed/>
                </p:oleObj>
              </mc:Choice>
              <mc:Fallback>
                <p:oleObj name="Equation" r:id="rId8" imgW="2095200" imgH="647640" progId="Equation.DSMT4">
                  <p:embed/>
                  <p:pic>
                    <p:nvPicPr>
                      <p:cNvPr id="10" name="Object 9">
                        <a:extLst>
                          <a:ext uri="{FF2B5EF4-FFF2-40B4-BE49-F238E27FC236}">
                            <a16:creationId xmlns:a16="http://schemas.microsoft.com/office/drawing/2014/main" id="{E27AF3AC-E576-24E2-C81D-500F69EC72A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6181725" y="2768600"/>
                        <a:ext cx="2095500" cy="6477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" name="TextBox 12">
            <a:extLst>
              <a:ext uri="{FF2B5EF4-FFF2-40B4-BE49-F238E27FC236}">
                <a16:creationId xmlns:a16="http://schemas.microsoft.com/office/drawing/2014/main" id="{C241C87C-4B47-00DE-5A9D-1858F20D4FDF}"/>
              </a:ext>
            </a:extLst>
          </p:cNvPr>
          <p:cNvSpPr txBox="1"/>
          <p:nvPr/>
        </p:nvSpPr>
        <p:spPr>
          <a:xfrm>
            <a:off x="6124327" y="2278597"/>
            <a:ext cx="3545642" cy="400110"/>
          </a:xfrm>
          <a:prstGeom prst="rect">
            <a:avLst/>
          </a:prstGeom>
          <a:solidFill>
            <a:schemeClr val="bg2"/>
          </a:solidFill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/>
              <a:t>Viscous counterpart </a:t>
            </a:r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564183C-DCAD-0E32-23AC-C370F0AC2643}"/>
              </a:ext>
            </a:extLst>
          </p:cNvPr>
          <p:cNvSpPr txBox="1"/>
          <p:nvPr/>
        </p:nvSpPr>
        <p:spPr>
          <a:xfrm>
            <a:off x="128171" y="3666057"/>
            <a:ext cx="3545642" cy="400110"/>
          </a:xfrm>
          <a:prstGeom prst="rect">
            <a:avLst/>
          </a:prstGeom>
          <a:solidFill>
            <a:schemeClr val="bg2"/>
          </a:solidFill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/>
              <a:t>Heat or Diffusion equation </a:t>
            </a:r>
            <a:endParaRPr lang="en-US" dirty="0"/>
          </a:p>
        </p:txBody>
      </p:sp>
      <p:graphicFrame>
        <p:nvGraphicFramePr>
          <p:cNvPr id="12" name="Object 11">
            <a:extLst>
              <a:ext uri="{FF2B5EF4-FFF2-40B4-BE49-F238E27FC236}">
                <a16:creationId xmlns:a16="http://schemas.microsoft.com/office/drawing/2014/main" id="{6C3D7B35-4ED3-A899-B78A-8DF34A07611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4881308"/>
              </p:ext>
            </p:extLst>
          </p:nvPr>
        </p:nvGraphicFramePr>
        <p:xfrm>
          <a:off x="1029556" y="4173013"/>
          <a:ext cx="1358900" cy="647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1358640" imgH="647640" progId="Equation.DSMT4">
                  <p:embed/>
                </p:oleObj>
              </mc:Choice>
              <mc:Fallback>
                <p:oleObj name="Equation" r:id="rId10" imgW="1358640" imgH="647640" progId="Equation.DSMT4">
                  <p:embed/>
                  <p:pic>
                    <p:nvPicPr>
                      <p:cNvPr id="5" name="Object 4">
                        <a:extLst>
                          <a:ext uri="{FF2B5EF4-FFF2-40B4-BE49-F238E27FC236}">
                            <a16:creationId xmlns:a16="http://schemas.microsoft.com/office/drawing/2014/main" id="{642D8B01-4771-C645-C1DA-B7BADB07905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1029556" y="4173013"/>
                        <a:ext cx="1358900" cy="6477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25257670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B12721-DBA3-0A8B-5A26-4B5523F27A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6922C2-039C-E9FA-7FE8-876FC223CF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09006" y="14492"/>
            <a:ext cx="10482994" cy="581406"/>
          </a:xfrm>
          <a:solidFill>
            <a:schemeClr val="accent5">
              <a:lumMod val="20000"/>
              <a:lumOff val="80000"/>
            </a:schemeClr>
          </a:solidFill>
        </p:spPr>
        <p:txBody>
          <a:bodyPr>
            <a:noAutofit/>
          </a:bodyPr>
          <a:lstStyle/>
          <a:p>
            <a:r>
              <a:rPr lang="en-GB" sz="3200" b="1" dirty="0"/>
              <a:t>Common PDEs</a:t>
            </a:r>
          </a:p>
        </p:txBody>
      </p:sp>
      <p:graphicFrame>
        <p:nvGraphicFramePr>
          <p:cNvPr id="9" name="Object 8">
            <a:extLst>
              <a:ext uri="{FF2B5EF4-FFF2-40B4-BE49-F238E27FC236}">
                <a16:creationId xmlns:a16="http://schemas.microsoft.com/office/drawing/2014/main" id="{4B80B9C1-BABC-BD2A-2288-C499A939F29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520825" y="1389063"/>
          <a:ext cx="1663700" cy="609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663560" imgH="609480" progId="Equation.DSMT4">
                  <p:embed/>
                </p:oleObj>
              </mc:Choice>
              <mc:Fallback>
                <p:oleObj name="Equation" r:id="rId4" imgW="1663560" imgH="609480" progId="Equation.DSMT4">
                  <p:embed/>
                  <p:pic>
                    <p:nvPicPr>
                      <p:cNvPr id="9" name="Object 8">
                        <a:extLst>
                          <a:ext uri="{FF2B5EF4-FFF2-40B4-BE49-F238E27FC236}">
                            <a16:creationId xmlns:a16="http://schemas.microsoft.com/office/drawing/2014/main" id="{3150BAB7-84FE-E040-03BE-C3390068F26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20825" y="1389063"/>
                        <a:ext cx="1663700" cy="609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Object 6">
            <a:extLst>
              <a:ext uri="{FF2B5EF4-FFF2-40B4-BE49-F238E27FC236}">
                <a16:creationId xmlns:a16="http://schemas.microsoft.com/office/drawing/2014/main" id="{14D7F836-560D-BADE-815A-8CAA8686D1C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299075" y="1331913"/>
          <a:ext cx="6489700" cy="762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6489360" imgH="761760" progId="Equation.DSMT4">
                  <p:embed/>
                </p:oleObj>
              </mc:Choice>
              <mc:Fallback>
                <p:oleObj name="Equation" r:id="rId6" imgW="6489360" imgH="761760" progId="Equation.DSMT4">
                  <p:embed/>
                  <p:pic>
                    <p:nvPicPr>
                      <p:cNvPr id="7" name="Object 6">
                        <a:extLst>
                          <a:ext uri="{FF2B5EF4-FFF2-40B4-BE49-F238E27FC236}">
                            <a16:creationId xmlns:a16="http://schemas.microsoft.com/office/drawing/2014/main" id="{F7612C31-42BE-DDA7-33B2-C7D086724D5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5299075" y="1331913"/>
                        <a:ext cx="6489700" cy="7620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A9D90FCB-E882-245E-4A1D-EF4802A9C844}"/>
              </a:ext>
            </a:extLst>
          </p:cNvPr>
          <p:cNvSpPr txBox="1"/>
          <p:nvPr/>
        </p:nvSpPr>
        <p:spPr>
          <a:xfrm>
            <a:off x="6096000" y="813625"/>
            <a:ext cx="3545642" cy="400110"/>
          </a:xfrm>
          <a:prstGeom prst="rect">
            <a:avLst/>
          </a:prstGeom>
          <a:solidFill>
            <a:schemeClr val="bg2"/>
          </a:solidFill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/>
              <a:t>Wave equation </a:t>
            </a:r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E233596-ECE1-0CF2-9841-88A178C99D6C}"/>
              </a:ext>
            </a:extLst>
          </p:cNvPr>
          <p:cNvSpPr txBox="1"/>
          <p:nvPr/>
        </p:nvSpPr>
        <p:spPr>
          <a:xfrm>
            <a:off x="128171" y="905560"/>
            <a:ext cx="3545642" cy="400110"/>
          </a:xfrm>
          <a:prstGeom prst="rect">
            <a:avLst/>
          </a:prstGeom>
          <a:solidFill>
            <a:schemeClr val="bg2"/>
          </a:solidFill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/>
              <a:t>Linear advection equation </a:t>
            </a:r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A968233-9F35-FAA2-7174-6881A79FD67B}"/>
              </a:ext>
            </a:extLst>
          </p:cNvPr>
          <p:cNvSpPr txBox="1"/>
          <p:nvPr/>
        </p:nvSpPr>
        <p:spPr>
          <a:xfrm>
            <a:off x="128171" y="2270329"/>
            <a:ext cx="3545642" cy="400110"/>
          </a:xfrm>
          <a:prstGeom prst="rect">
            <a:avLst/>
          </a:prstGeom>
          <a:solidFill>
            <a:schemeClr val="bg2"/>
          </a:solidFill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/>
              <a:t>Burgers equation </a:t>
            </a:r>
            <a:endParaRPr lang="en-US" dirty="0"/>
          </a:p>
        </p:txBody>
      </p:sp>
      <p:graphicFrame>
        <p:nvGraphicFramePr>
          <p:cNvPr id="4" name="Object 3">
            <a:extLst>
              <a:ext uri="{FF2B5EF4-FFF2-40B4-BE49-F238E27FC236}">
                <a16:creationId xmlns:a16="http://schemas.microsoft.com/office/drawing/2014/main" id="{BBBCA080-AFC8-2AD2-96AD-4AEBEC3B683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14428174"/>
              </p:ext>
            </p:extLst>
          </p:nvPr>
        </p:nvGraphicFramePr>
        <p:xfrm>
          <a:off x="1514475" y="2882900"/>
          <a:ext cx="1676400" cy="609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1676160" imgH="609480" progId="Equation.DSMT4">
                  <p:embed/>
                </p:oleObj>
              </mc:Choice>
              <mc:Fallback>
                <p:oleObj name="Equation" r:id="rId8" imgW="1676160" imgH="609480" progId="Equation.DSMT4">
                  <p:embed/>
                  <p:pic>
                    <p:nvPicPr>
                      <p:cNvPr id="4" name="Object 3">
                        <a:extLst>
                          <a:ext uri="{FF2B5EF4-FFF2-40B4-BE49-F238E27FC236}">
                            <a16:creationId xmlns:a16="http://schemas.microsoft.com/office/drawing/2014/main" id="{752AFBA3-1FAA-098C-13CD-BF9A2C47F83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1514475" y="2882900"/>
                        <a:ext cx="1676400" cy="609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Object 9">
            <a:extLst>
              <a:ext uri="{FF2B5EF4-FFF2-40B4-BE49-F238E27FC236}">
                <a16:creationId xmlns:a16="http://schemas.microsoft.com/office/drawing/2014/main" id="{07DE668F-DE88-86B5-375F-5652CD22DC1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20151600"/>
              </p:ext>
            </p:extLst>
          </p:nvPr>
        </p:nvGraphicFramePr>
        <p:xfrm>
          <a:off x="6181725" y="2768600"/>
          <a:ext cx="2095500" cy="647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2095200" imgH="647640" progId="Equation.DSMT4">
                  <p:embed/>
                </p:oleObj>
              </mc:Choice>
              <mc:Fallback>
                <p:oleObj name="Equation" r:id="rId10" imgW="2095200" imgH="647640" progId="Equation.DSMT4">
                  <p:embed/>
                  <p:pic>
                    <p:nvPicPr>
                      <p:cNvPr id="10" name="Object 9">
                        <a:extLst>
                          <a:ext uri="{FF2B5EF4-FFF2-40B4-BE49-F238E27FC236}">
                            <a16:creationId xmlns:a16="http://schemas.microsoft.com/office/drawing/2014/main" id="{9B6A2B9E-4B45-F71C-CE15-1B9BEE9EEBF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6181725" y="2768600"/>
                        <a:ext cx="2095500" cy="6477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" name="TextBox 12">
            <a:extLst>
              <a:ext uri="{FF2B5EF4-FFF2-40B4-BE49-F238E27FC236}">
                <a16:creationId xmlns:a16="http://schemas.microsoft.com/office/drawing/2014/main" id="{3B0715B4-EF3D-C370-7660-4EA6C6FAB490}"/>
              </a:ext>
            </a:extLst>
          </p:cNvPr>
          <p:cNvSpPr txBox="1"/>
          <p:nvPr/>
        </p:nvSpPr>
        <p:spPr>
          <a:xfrm>
            <a:off x="6124327" y="2278597"/>
            <a:ext cx="3545642" cy="400110"/>
          </a:xfrm>
          <a:prstGeom prst="rect">
            <a:avLst/>
          </a:prstGeom>
          <a:solidFill>
            <a:schemeClr val="bg2"/>
          </a:solidFill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/>
              <a:t>Viscous counterpart </a:t>
            </a:r>
            <a:endParaRPr lang="en-US" dirty="0"/>
          </a:p>
        </p:txBody>
      </p:sp>
      <p:graphicFrame>
        <p:nvGraphicFramePr>
          <p:cNvPr id="5" name="Object 4">
            <a:extLst>
              <a:ext uri="{FF2B5EF4-FFF2-40B4-BE49-F238E27FC236}">
                <a16:creationId xmlns:a16="http://schemas.microsoft.com/office/drawing/2014/main" id="{642D8B01-4771-C645-C1DA-B7BADB07905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75723432"/>
              </p:ext>
            </p:extLst>
          </p:nvPr>
        </p:nvGraphicFramePr>
        <p:xfrm>
          <a:off x="1029556" y="4173013"/>
          <a:ext cx="1358900" cy="647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1358640" imgH="647640" progId="Equation.DSMT4">
                  <p:embed/>
                </p:oleObj>
              </mc:Choice>
              <mc:Fallback>
                <p:oleObj name="Equation" r:id="rId12" imgW="1358640" imgH="647640" progId="Equation.DSMT4">
                  <p:embed/>
                  <p:pic>
                    <p:nvPicPr>
                      <p:cNvPr id="5" name="Object 4">
                        <a:extLst>
                          <a:ext uri="{FF2B5EF4-FFF2-40B4-BE49-F238E27FC236}">
                            <a16:creationId xmlns:a16="http://schemas.microsoft.com/office/drawing/2014/main" id="{23EF4A32-E122-7887-291E-F41138BD57E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3"/>
                      <a:stretch>
                        <a:fillRect/>
                      </a:stretch>
                    </p:blipFill>
                    <p:spPr>
                      <a:xfrm>
                        <a:off x="1029556" y="4173013"/>
                        <a:ext cx="1358900" cy="6477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6D6D75F2-78BA-CE07-7DE1-C6BD87A2CBCC}"/>
              </a:ext>
            </a:extLst>
          </p:cNvPr>
          <p:cNvSpPr txBox="1"/>
          <p:nvPr/>
        </p:nvSpPr>
        <p:spPr>
          <a:xfrm>
            <a:off x="128171" y="3666057"/>
            <a:ext cx="3545642" cy="400110"/>
          </a:xfrm>
          <a:prstGeom prst="rect">
            <a:avLst/>
          </a:prstGeom>
          <a:solidFill>
            <a:schemeClr val="bg2"/>
          </a:solidFill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/>
              <a:t>Heat or Diffusion equation </a:t>
            </a:r>
            <a:endParaRPr lang="en-US" dirty="0"/>
          </a:p>
        </p:txBody>
      </p:sp>
      <p:sp>
        <p:nvSpPr>
          <p:cNvPr id="15" name="Arrow: Left 14">
            <a:extLst>
              <a:ext uri="{FF2B5EF4-FFF2-40B4-BE49-F238E27FC236}">
                <a16:creationId xmlns:a16="http://schemas.microsoft.com/office/drawing/2014/main" id="{D98EF505-FE0D-60F8-BD3E-C669FC6CF608}"/>
              </a:ext>
            </a:extLst>
          </p:cNvPr>
          <p:cNvSpPr/>
          <p:nvPr/>
        </p:nvSpPr>
        <p:spPr>
          <a:xfrm rot="10800000">
            <a:off x="2780765" y="5061785"/>
            <a:ext cx="1089498" cy="272375"/>
          </a:xfrm>
          <a:prstGeom prst="lef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2" name="heat">
            <a:hlinkClick r:id="" action="ppaction://media"/>
            <a:extLst>
              <a:ext uri="{FF2B5EF4-FFF2-40B4-BE49-F238E27FC236}">
                <a16:creationId xmlns:a16="http://schemas.microsoft.com/office/drawing/2014/main" id="{6BD56818-96F6-078B-81DE-271B01B0ED41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14"/>
          <a:stretch>
            <a:fillRect/>
          </a:stretch>
        </p:blipFill>
        <p:spPr>
          <a:xfrm>
            <a:off x="3976567" y="4496863"/>
            <a:ext cx="5423927" cy="18685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30170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8708" fill="hold"/>
                                        <p:tgtEl>
                                          <p:spTgt spid="1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7" restart="whenNotActive" fill="hold" evtFilter="cancelBubble" nodeType="interactiveSeq">
                <p:stCondLst>
                  <p:cond evt="onClick" delay="0">
                    <p:tgtEl>
                      <p:spTgt spid="1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" fill="hold">
                      <p:stCondLst>
                        <p:cond delay="0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1" dur="1" fill="hold"/>
                                        <p:tgtEl>
                                          <p:spTgt spid="1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2"/>
                  </p:tgtEl>
                </p:cond>
              </p:nextCondLst>
            </p:seq>
            <p:video>
              <p:cMediaNode vol="80000">
                <p:cTn id="12" repeatCount="indefinite" fill="hold" display="0">
                  <p:stCondLst>
                    <p:cond delay="indefinite"/>
                  </p:stCondLst>
                </p:cTn>
                <p:tgtEl>
                  <p:spTgt spid="12"/>
                </p:tgtEl>
              </p:cMediaNode>
            </p:video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0D7F99-6396-3906-D22A-07DCDB0948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B4F962-FB81-DE2D-1FBE-0DBEBF2218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09006" y="14492"/>
            <a:ext cx="10482994" cy="581406"/>
          </a:xfrm>
          <a:solidFill>
            <a:schemeClr val="accent5">
              <a:lumMod val="20000"/>
              <a:lumOff val="80000"/>
            </a:schemeClr>
          </a:solidFill>
        </p:spPr>
        <p:txBody>
          <a:bodyPr>
            <a:noAutofit/>
          </a:bodyPr>
          <a:lstStyle/>
          <a:p>
            <a:r>
              <a:rPr lang="en-GB" sz="3200" b="1" dirty="0"/>
              <a:t>Common PDEs</a:t>
            </a:r>
          </a:p>
        </p:txBody>
      </p:sp>
      <p:graphicFrame>
        <p:nvGraphicFramePr>
          <p:cNvPr id="9" name="Object 8">
            <a:extLst>
              <a:ext uri="{FF2B5EF4-FFF2-40B4-BE49-F238E27FC236}">
                <a16:creationId xmlns:a16="http://schemas.microsoft.com/office/drawing/2014/main" id="{3150BAB7-84FE-E040-03BE-C3390068F26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520825" y="1389063"/>
          <a:ext cx="1663700" cy="609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663560" imgH="609480" progId="Equation.DSMT4">
                  <p:embed/>
                </p:oleObj>
              </mc:Choice>
              <mc:Fallback>
                <p:oleObj name="Equation" r:id="rId4" imgW="1663560" imgH="609480" progId="Equation.DSMT4">
                  <p:embed/>
                  <p:pic>
                    <p:nvPicPr>
                      <p:cNvPr id="9" name="Object 8">
                        <a:extLst>
                          <a:ext uri="{FF2B5EF4-FFF2-40B4-BE49-F238E27FC236}">
                            <a16:creationId xmlns:a16="http://schemas.microsoft.com/office/drawing/2014/main" id="{E997D815-BECE-E868-167A-B0DEE3178EF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20825" y="1389063"/>
                        <a:ext cx="1663700" cy="609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Object 6">
            <a:extLst>
              <a:ext uri="{FF2B5EF4-FFF2-40B4-BE49-F238E27FC236}">
                <a16:creationId xmlns:a16="http://schemas.microsoft.com/office/drawing/2014/main" id="{F7612C31-42BE-DDA7-33B2-C7D086724D5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299075" y="1331913"/>
          <a:ext cx="6489700" cy="762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6489360" imgH="761760" progId="Equation.DSMT4">
                  <p:embed/>
                </p:oleObj>
              </mc:Choice>
              <mc:Fallback>
                <p:oleObj name="Equation" r:id="rId6" imgW="6489360" imgH="761760" progId="Equation.DSMT4">
                  <p:embed/>
                  <p:pic>
                    <p:nvPicPr>
                      <p:cNvPr id="7" name="Object 6">
                        <a:extLst>
                          <a:ext uri="{FF2B5EF4-FFF2-40B4-BE49-F238E27FC236}">
                            <a16:creationId xmlns:a16="http://schemas.microsoft.com/office/drawing/2014/main" id="{59BEE18E-E742-A615-2A90-6F68DDB9EA9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5299075" y="1331913"/>
                        <a:ext cx="6489700" cy="7620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7190BEC7-2FB9-71C1-D499-129CE4965198}"/>
              </a:ext>
            </a:extLst>
          </p:cNvPr>
          <p:cNvSpPr txBox="1"/>
          <p:nvPr/>
        </p:nvSpPr>
        <p:spPr>
          <a:xfrm>
            <a:off x="6096000" y="813625"/>
            <a:ext cx="3545642" cy="400110"/>
          </a:xfrm>
          <a:prstGeom prst="rect">
            <a:avLst/>
          </a:prstGeom>
          <a:solidFill>
            <a:schemeClr val="bg2"/>
          </a:solidFill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/>
              <a:t>Wave equation </a:t>
            </a:r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462B8A5-17E0-9CA9-3327-075325E83927}"/>
              </a:ext>
            </a:extLst>
          </p:cNvPr>
          <p:cNvSpPr txBox="1"/>
          <p:nvPr/>
        </p:nvSpPr>
        <p:spPr>
          <a:xfrm>
            <a:off x="128171" y="905560"/>
            <a:ext cx="3545642" cy="400110"/>
          </a:xfrm>
          <a:prstGeom prst="rect">
            <a:avLst/>
          </a:prstGeom>
          <a:solidFill>
            <a:schemeClr val="bg2"/>
          </a:solidFill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/>
              <a:t>Linear advection equation </a:t>
            </a:r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D7C9389-F2C0-FAA2-D940-E9A7E9D53C09}"/>
              </a:ext>
            </a:extLst>
          </p:cNvPr>
          <p:cNvSpPr txBox="1"/>
          <p:nvPr/>
        </p:nvSpPr>
        <p:spPr>
          <a:xfrm>
            <a:off x="128171" y="2270329"/>
            <a:ext cx="3545642" cy="400110"/>
          </a:xfrm>
          <a:prstGeom prst="rect">
            <a:avLst/>
          </a:prstGeom>
          <a:solidFill>
            <a:schemeClr val="bg2"/>
          </a:solidFill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/>
              <a:t>Burgers equation </a:t>
            </a:r>
            <a:endParaRPr lang="en-US" dirty="0"/>
          </a:p>
        </p:txBody>
      </p:sp>
      <p:graphicFrame>
        <p:nvGraphicFramePr>
          <p:cNvPr id="4" name="Object 3">
            <a:extLst>
              <a:ext uri="{FF2B5EF4-FFF2-40B4-BE49-F238E27FC236}">
                <a16:creationId xmlns:a16="http://schemas.microsoft.com/office/drawing/2014/main" id="{752AFBA3-1FAA-098C-13CD-BF9A2C47F83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0130659"/>
              </p:ext>
            </p:extLst>
          </p:nvPr>
        </p:nvGraphicFramePr>
        <p:xfrm>
          <a:off x="1514475" y="2882900"/>
          <a:ext cx="1676400" cy="609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1676160" imgH="609480" progId="Equation.DSMT4">
                  <p:embed/>
                </p:oleObj>
              </mc:Choice>
              <mc:Fallback>
                <p:oleObj name="Equation" r:id="rId8" imgW="1676160" imgH="609480" progId="Equation.DSMT4">
                  <p:embed/>
                  <p:pic>
                    <p:nvPicPr>
                      <p:cNvPr id="4" name="Object 3">
                        <a:extLst>
                          <a:ext uri="{FF2B5EF4-FFF2-40B4-BE49-F238E27FC236}">
                            <a16:creationId xmlns:a16="http://schemas.microsoft.com/office/drawing/2014/main" id="{7E80C5E1-E60F-7133-EB72-9C8AE850008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1514475" y="2882900"/>
                        <a:ext cx="1676400" cy="609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Object 9">
            <a:extLst>
              <a:ext uri="{FF2B5EF4-FFF2-40B4-BE49-F238E27FC236}">
                <a16:creationId xmlns:a16="http://schemas.microsoft.com/office/drawing/2014/main" id="{9B6A2B9E-4B45-F71C-CE15-1B9BEE9EEBF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13425756"/>
              </p:ext>
            </p:extLst>
          </p:nvPr>
        </p:nvGraphicFramePr>
        <p:xfrm>
          <a:off x="6181725" y="2768600"/>
          <a:ext cx="2095500" cy="647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2095200" imgH="647640" progId="Equation.DSMT4">
                  <p:embed/>
                </p:oleObj>
              </mc:Choice>
              <mc:Fallback>
                <p:oleObj name="Equation" r:id="rId10" imgW="2095200" imgH="647640" progId="Equation.DSMT4">
                  <p:embed/>
                  <p:pic>
                    <p:nvPicPr>
                      <p:cNvPr id="10" name="Object 9">
                        <a:extLst>
                          <a:ext uri="{FF2B5EF4-FFF2-40B4-BE49-F238E27FC236}">
                            <a16:creationId xmlns:a16="http://schemas.microsoft.com/office/drawing/2014/main" id="{0DE1CD2C-EE92-6F85-1874-1B393A91B8D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6181725" y="2768600"/>
                        <a:ext cx="2095500" cy="6477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" name="TextBox 12">
            <a:extLst>
              <a:ext uri="{FF2B5EF4-FFF2-40B4-BE49-F238E27FC236}">
                <a16:creationId xmlns:a16="http://schemas.microsoft.com/office/drawing/2014/main" id="{4C2133B3-781A-7710-2444-8E31345A34FF}"/>
              </a:ext>
            </a:extLst>
          </p:cNvPr>
          <p:cNvSpPr txBox="1"/>
          <p:nvPr/>
        </p:nvSpPr>
        <p:spPr>
          <a:xfrm>
            <a:off x="6124327" y="2278597"/>
            <a:ext cx="3545642" cy="400110"/>
          </a:xfrm>
          <a:prstGeom prst="rect">
            <a:avLst/>
          </a:prstGeom>
          <a:solidFill>
            <a:schemeClr val="bg2"/>
          </a:solidFill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/>
              <a:t>Viscous counterpart </a:t>
            </a:r>
            <a:endParaRPr lang="en-US" dirty="0"/>
          </a:p>
        </p:txBody>
      </p:sp>
      <p:graphicFrame>
        <p:nvGraphicFramePr>
          <p:cNvPr id="5" name="Object 4">
            <a:extLst>
              <a:ext uri="{FF2B5EF4-FFF2-40B4-BE49-F238E27FC236}">
                <a16:creationId xmlns:a16="http://schemas.microsoft.com/office/drawing/2014/main" id="{23EF4A32-E122-7887-291E-F41138BD57E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47345657"/>
              </p:ext>
            </p:extLst>
          </p:nvPr>
        </p:nvGraphicFramePr>
        <p:xfrm>
          <a:off x="1152525" y="4160602"/>
          <a:ext cx="2032000" cy="647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2031840" imgH="647640" progId="Equation.DSMT4">
                  <p:embed/>
                </p:oleObj>
              </mc:Choice>
              <mc:Fallback>
                <p:oleObj name="Equation" r:id="rId12" imgW="2031840" imgH="647640" progId="Equation.DSMT4">
                  <p:embed/>
                  <p:pic>
                    <p:nvPicPr>
                      <p:cNvPr id="5" name="Object 4">
                        <a:extLst>
                          <a:ext uri="{FF2B5EF4-FFF2-40B4-BE49-F238E27FC236}">
                            <a16:creationId xmlns:a16="http://schemas.microsoft.com/office/drawing/2014/main" id="{33AD03A8-4D9E-B9A8-5F08-4455609B170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3"/>
                      <a:stretch>
                        <a:fillRect/>
                      </a:stretch>
                    </p:blipFill>
                    <p:spPr>
                      <a:xfrm>
                        <a:off x="1152525" y="4160602"/>
                        <a:ext cx="2032000" cy="6477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76A7757A-CA9F-578C-FC78-E8ABE4C77AB7}"/>
              </a:ext>
            </a:extLst>
          </p:cNvPr>
          <p:cNvSpPr txBox="1"/>
          <p:nvPr/>
        </p:nvSpPr>
        <p:spPr>
          <a:xfrm>
            <a:off x="128171" y="3666057"/>
            <a:ext cx="3545642" cy="400110"/>
          </a:xfrm>
          <a:prstGeom prst="rect">
            <a:avLst/>
          </a:prstGeom>
          <a:solidFill>
            <a:schemeClr val="bg2"/>
          </a:solidFill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/>
              <a:t>Heat or Diffusion equation </a:t>
            </a:r>
            <a:endParaRPr lang="en-US" dirty="0"/>
          </a:p>
        </p:txBody>
      </p:sp>
      <p:pic>
        <p:nvPicPr>
          <p:cNvPr id="14" name="heat2">
            <a:hlinkClick r:id="" action="ppaction://media"/>
            <a:extLst>
              <a:ext uri="{FF2B5EF4-FFF2-40B4-BE49-F238E27FC236}">
                <a16:creationId xmlns:a16="http://schemas.microsoft.com/office/drawing/2014/main" id="{711B31AE-EAA9-D5A9-7720-57989689A839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14"/>
          <a:stretch>
            <a:fillRect/>
          </a:stretch>
        </p:blipFill>
        <p:spPr>
          <a:xfrm>
            <a:off x="3987308" y="4484452"/>
            <a:ext cx="5423928" cy="1868514"/>
          </a:xfrm>
          <a:prstGeom prst="rect">
            <a:avLst/>
          </a:prstGeom>
        </p:spPr>
      </p:pic>
      <p:sp>
        <p:nvSpPr>
          <p:cNvPr id="16" name="Arrow: Left 15">
            <a:extLst>
              <a:ext uri="{FF2B5EF4-FFF2-40B4-BE49-F238E27FC236}">
                <a16:creationId xmlns:a16="http://schemas.microsoft.com/office/drawing/2014/main" id="{38285472-B94D-7EFA-AB62-3B7B88B503C1}"/>
              </a:ext>
            </a:extLst>
          </p:cNvPr>
          <p:cNvSpPr/>
          <p:nvPr/>
        </p:nvSpPr>
        <p:spPr>
          <a:xfrm rot="10800000">
            <a:off x="2780765" y="5061785"/>
            <a:ext cx="1089498" cy="272375"/>
          </a:xfrm>
          <a:prstGeom prst="lef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55033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8708" fill="hold"/>
                                        <p:tgtEl>
                                          <p:spTgt spid="1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repeatCount="indefinite" fill="hold" display="0">
                  <p:stCondLst>
                    <p:cond delay="indefinite"/>
                  </p:stCondLst>
                </p:cTn>
                <p:tgtEl>
                  <p:spTgt spid="14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1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1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"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09006" y="14492"/>
            <a:ext cx="10482994" cy="581406"/>
          </a:xfrm>
          <a:solidFill>
            <a:schemeClr val="accent5">
              <a:lumMod val="20000"/>
              <a:lumOff val="80000"/>
            </a:schemeClr>
          </a:solidFill>
        </p:spPr>
        <p:txBody>
          <a:bodyPr>
            <a:noAutofit/>
          </a:bodyPr>
          <a:lstStyle/>
          <a:p>
            <a:r>
              <a:rPr lang="en-GB" sz="3200" b="1" dirty="0"/>
              <a:t>Common PDEs</a:t>
            </a:r>
          </a:p>
        </p:txBody>
      </p:sp>
      <p:graphicFrame>
        <p:nvGraphicFramePr>
          <p:cNvPr id="9" name="Object 8"/>
          <p:cNvGraphicFramePr>
            <a:graphicFrameLocks noChangeAspect="1"/>
          </p:cNvGraphicFramePr>
          <p:nvPr/>
        </p:nvGraphicFramePr>
        <p:xfrm>
          <a:off x="1520825" y="1389063"/>
          <a:ext cx="1663700" cy="609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663560" imgH="609480" progId="Equation.DSMT4">
                  <p:embed/>
                </p:oleObj>
              </mc:Choice>
              <mc:Fallback>
                <p:oleObj name="Equation" r:id="rId2" imgW="1663560" imgH="609480" progId="Equation.DSMT4">
                  <p:embed/>
                  <p:pic>
                    <p:nvPicPr>
                      <p:cNvPr id="9" name="Object 8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1520825" y="1389063"/>
                        <a:ext cx="1663700" cy="609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Object 6">
            <a:extLst>
              <a:ext uri="{FF2B5EF4-FFF2-40B4-BE49-F238E27FC236}">
                <a16:creationId xmlns:a16="http://schemas.microsoft.com/office/drawing/2014/main" id="{99038554-1D34-99CF-0DEE-950FEBF477E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299075" y="1331913"/>
          <a:ext cx="6489700" cy="762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6489360" imgH="761760" progId="Equation.DSMT4">
                  <p:embed/>
                </p:oleObj>
              </mc:Choice>
              <mc:Fallback>
                <p:oleObj name="Equation" r:id="rId4" imgW="6489360" imgH="761760" progId="Equation.DSMT4">
                  <p:embed/>
                  <p:pic>
                    <p:nvPicPr>
                      <p:cNvPr id="7" name="Object 6">
                        <a:extLst>
                          <a:ext uri="{FF2B5EF4-FFF2-40B4-BE49-F238E27FC236}">
                            <a16:creationId xmlns:a16="http://schemas.microsoft.com/office/drawing/2014/main" id="{99038554-1D34-99CF-0DEE-950FEBF477E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5299075" y="1331913"/>
                        <a:ext cx="6489700" cy="7620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CB95CE5C-89EF-D238-5E32-966537D8DFA2}"/>
              </a:ext>
            </a:extLst>
          </p:cNvPr>
          <p:cNvSpPr txBox="1"/>
          <p:nvPr/>
        </p:nvSpPr>
        <p:spPr>
          <a:xfrm>
            <a:off x="6096000" y="813625"/>
            <a:ext cx="3545642" cy="400110"/>
          </a:xfrm>
          <a:prstGeom prst="rect">
            <a:avLst/>
          </a:prstGeom>
          <a:solidFill>
            <a:schemeClr val="bg2"/>
          </a:solidFill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/>
              <a:t>Wave equation </a:t>
            </a:r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43B1B7F-F6A2-7A27-734F-909B35A75539}"/>
              </a:ext>
            </a:extLst>
          </p:cNvPr>
          <p:cNvSpPr txBox="1"/>
          <p:nvPr/>
        </p:nvSpPr>
        <p:spPr>
          <a:xfrm>
            <a:off x="128171" y="905560"/>
            <a:ext cx="3545642" cy="400110"/>
          </a:xfrm>
          <a:prstGeom prst="rect">
            <a:avLst/>
          </a:prstGeom>
          <a:solidFill>
            <a:schemeClr val="bg2"/>
          </a:solidFill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/>
              <a:t>Linear advection equation </a:t>
            </a:r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96ED66B-05F6-2DD1-61C5-CFF077E53E5C}"/>
              </a:ext>
            </a:extLst>
          </p:cNvPr>
          <p:cNvSpPr txBox="1"/>
          <p:nvPr/>
        </p:nvSpPr>
        <p:spPr>
          <a:xfrm>
            <a:off x="128171" y="2270329"/>
            <a:ext cx="3545642" cy="400110"/>
          </a:xfrm>
          <a:prstGeom prst="rect">
            <a:avLst/>
          </a:prstGeom>
          <a:solidFill>
            <a:schemeClr val="bg2"/>
          </a:solidFill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/>
              <a:t>Burgers equation </a:t>
            </a:r>
            <a:endParaRPr lang="en-US" dirty="0"/>
          </a:p>
        </p:txBody>
      </p:sp>
      <p:graphicFrame>
        <p:nvGraphicFramePr>
          <p:cNvPr id="4" name="Object 3">
            <a:extLst>
              <a:ext uri="{FF2B5EF4-FFF2-40B4-BE49-F238E27FC236}">
                <a16:creationId xmlns:a16="http://schemas.microsoft.com/office/drawing/2014/main" id="{5844EC94-45D9-75D1-C6A1-7915EC56405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59007887"/>
              </p:ext>
            </p:extLst>
          </p:nvPr>
        </p:nvGraphicFramePr>
        <p:xfrm>
          <a:off x="1514475" y="2882900"/>
          <a:ext cx="1676400" cy="609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1676160" imgH="609480" progId="Equation.DSMT4">
                  <p:embed/>
                </p:oleObj>
              </mc:Choice>
              <mc:Fallback>
                <p:oleObj name="Equation" r:id="rId6" imgW="1676160" imgH="609480" progId="Equation.DSMT4">
                  <p:embed/>
                  <p:pic>
                    <p:nvPicPr>
                      <p:cNvPr id="4" name="Object 3">
                        <a:extLst>
                          <a:ext uri="{FF2B5EF4-FFF2-40B4-BE49-F238E27FC236}">
                            <a16:creationId xmlns:a16="http://schemas.microsoft.com/office/drawing/2014/main" id="{5844EC94-45D9-75D1-C6A1-7915EC56405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1514475" y="2882900"/>
                        <a:ext cx="1676400" cy="609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Object 9">
            <a:extLst>
              <a:ext uri="{FF2B5EF4-FFF2-40B4-BE49-F238E27FC236}">
                <a16:creationId xmlns:a16="http://schemas.microsoft.com/office/drawing/2014/main" id="{E27AF3AC-E576-24E2-C81D-500F69EC72A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74325315"/>
              </p:ext>
            </p:extLst>
          </p:nvPr>
        </p:nvGraphicFramePr>
        <p:xfrm>
          <a:off x="6181725" y="2768600"/>
          <a:ext cx="2095500" cy="647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2095200" imgH="647640" progId="Equation.DSMT4">
                  <p:embed/>
                </p:oleObj>
              </mc:Choice>
              <mc:Fallback>
                <p:oleObj name="Equation" r:id="rId8" imgW="2095200" imgH="647640" progId="Equation.DSMT4">
                  <p:embed/>
                  <p:pic>
                    <p:nvPicPr>
                      <p:cNvPr id="10" name="Object 9">
                        <a:extLst>
                          <a:ext uri="{FF2B5EF4-FFF2-40B4-BE49-F238E27FC236}">
                            <a16:creationId xmlns:a16="http://schemas.microsoft.com/office/drawing/2014/main" id="{E27AF3AC-E576-24E2-C81D-500F69EC72A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6181725" y="2768600"/>
                        <a:ext cx="2095500" cy="6477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" name="TextBox 12">
            <a:extLst>
              <a:ext uri="{FF2B5EF4-FFF2-40B4-BE49-F238E27FC236}">
                <a16:creationId xmlns:a16="http://schemas.microsoft.com/office/drawing/2014/main" id="{C241C87C-4B47-00DE-5A9D-1858F20D4FDF}"/>
              </a:ext>
            </a:extLst>
          </p:cNvPr>
          <p:cNvSpPr txBox="1"/>
          <p:nvPr/>
        </p:nvSpPr>
        <p:spPr>
          <a:xfrm>
            <a:off x="6124327" y="2278597"/>
            <a:ext cx="3545642" cy="400110"/>
          </a:xfrm>
          <a:prstGeom prst="rect">
            <a:avLst/>
          </a:prstGeom>
          <a:solidFill>
            <a:schemeClr val="bg2"/>
          </a:solidFill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/>
              <a:t>Viscous counterpart </a:t>
            </a:r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564183C-DCAD-0E32-23AC-C370F0AC2643}"/>
              </a:ext>
            </a:extLst>
          </p:cNvPr>
          <p:cNvSpPr txBox="1"/>
          <p:nvPr/>
        </p:nvSpPr>
        <p:spPr>
          <a:xfrm>
            <a:off x="128171" y="3666057"/>
            <a:ext cx="3545642" cy="400110"/>
          </a:xfrm>
          <a:prstGeom prst="rect">
            <a:avLst/>
          </a:prstGeom>
          <a:solidFill>
            <a:schemeClr val="bg2"/>
          </a:solidFill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/>
              <a:t>Heat or Diffusion equation </a:t>
            </a:r>
            <a:endParaRPr lang="en-US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770642DC-13C3-C7C9-E51D-65C9B69EE6DF}"/>
              </a:ext>
            </a:extLst>
          </p:cNvPr>
          <p:cNvSpPr txBox="1"/>
          <p:nvPr/>
        </p:nvSpPr>
        <p:spPr>
          <a:xfrm>
            <a:off x="4050905" y="3668081"/>
            <a:ext cx="3545642" cy="369332"/>
          </a:xfrm>
          <a:prstGeom prst="rect">
            <a:avLst/>
          </a:prstGeom>
          <a:solidFill>
            <a:schemeClr val="bg2"/>
          </a:solidFill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2D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A103D1CD-EEBA-90DC-A446-86878C716504}"/>
              </a:ext>
            </a:extLst>
          </p:cNvPr>
          <p:cNvSpPr txBox="1"/>
          <p:nvPr/>
        </p:nvSpPr>
        <p:spPr>
          <a:xfrm>
            <a:off x="7973639" y="3649077"/>
            <a:ext cx="3545642" cy="400110"/>
          </a:xfrm>
          <a:prstGeom prst="rect">
            <a:avLst/>
          </a:prstGeom>
          <a:solidFill>
            <a:schemeClr val="bg2"/>
          </a:solidFill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/>
              <a:t>3D </a:t>
            </a:r>
            <a:endParaRPr lang="en-US" dirty="0"/>
          </a:p>
        </p:txBody>
      </p:sp>
      <p:graphicFrame>
        <p:nvGraphicFramePr>
          <p:cNvPr id="20" name="Object 19">
            <a:extLst>
              <a:ext uri="{FF2B5EF4-FFF2-40B4-BE49-F238E27FC236}">
                <a16:creationId xmlns:a16="http://schemas.microsoft.com/office/drawing/2014/main" id="{850BAD72-7E54-F118-909F-43FD1984FD1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831871"/>
              </p:ext>
            </p:extLst>
          </p:nvPr>
        </p:nvGraphicFramePr>
        <p:xfrm>
          <a:off x="8068613" y="4173013"/>
          <a:ext cx="2832100" cy="762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2831760" imgH="761760" progId="Equation.DSMT4">
                  <p:embed/>
                </p:oleObj>
              </mc:Choice>
              <mc:Fallback>
                <p:oleObj name="Equation" r:id="rId10" imgW="2831760" imgH="761760" progId="Equation.DSMT4">
                  <p:embed/>
                  <p:pic>
                    <p:nvPicPr>
                      <p:cNvPr id="20" name="Object 19">
                        <a:extLst>
                          <a:ext uri="{FF2B5EF4-FFF2-40B4-BE49-F238E27FC236}">
                            <a16:creationId xmlns:a16="http://schemas.microsoft.com/office/drawing/2014/main" id="{850BAD72-7E54-F118-909F-43FD1984FD1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8068613" y="4173013"/>
                        <a:ext cx="2832100" cy="7620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" name="Object 20">
            <a:extLst>
              <a:ext uri="{FF2B5EF4-FFF2-40B4-BE49-F238E27FC236}">
                <a16:creationId xmlns:a16="http://schemas.microsoft.com/office/drawing/2014/main" id="{BD66ABEC-33D8-90E6-EA42-821FFD5A8F8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05865006"/>
              </p:ext>
            </p:extLst>
          </p:nvPr>
        </p:nvGraphicFramePr>
        <p:xfrm>
          <a:off x="4348163" y="4173013"/>
          <a:ext cx="2209800" cy="762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2209680" imgH="761760" progId="Equation.DSMT4">
                  <p:embed/>
                </p:oleObj>
              </mc:Choice>
              <mc:Fallback>
                <p:oleObj name="Equation" r:id="rId12" imgW="2209680" imgH="761760" progId="Equation.DSMT4">
                  <p:embed/>
                  <p:pic>
                    <p:nvPicPr>
                      <p:cNvPr id="21" name="Object 20">
                        <a:extLst>
                          <a:ext uri="{FF2B5EF4-FFF2-40B4-BE49-F238E27FC236}">
                            <a16:creationId xmlns:a16="http://schemas.microsoft.com/office/drawing/2014/main" id="{BD66ABEC-33D8-90E6-EA42-821FFD5A8F8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3"/>
                      <a:stretch>
                        <a:fillRect/>
                      </a:stretch>
                    </p:blipFill>
                    <p:spPr>
                      <a:xfrm>
                        <a:off x="4348163" y="4173013"/>
                        <a:ext cx="2209800" cy="7620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Object 11">
            <a:extLst>
              <a:ext uri="{FF2B5EF4-FFF2-40B4-BE49-F238E27FC236}">
                <a16:creationId xmlns:a16="http://schemas.microsoft.com/office/drawing/2014/main" id="{6FDFC43A-F4D3-2F4F-55F9-8AE76F3967C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26711335"/>
              </p:ext>
            </p:extLst>
          </p:nvPr>
        </p:nvGraphicFramePr>
        <p:xfrm>
          <a:off x="1029556" y="4173013"/>
          <a:ext cx="1358900" cy="647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1358640" imgH="647640" progId="Equation.DSMT4">
                  <p:embed/>
                </p:oleObj>
              </mc:Choice>
              <mc:Fallback>
                <p:oleObj name="Equation" r:id="rId14" imgW="1358640" imgH="647640" progId="Equation.DSMT4">
                  <p:embed/>
                  <p:pic>
                    <p:nvPicPr>
                      <p:cNvPr id="5" name="Object 4">
                        <a:extLst>
                          <a:ext uri="{FF2B5EF4-FFF2-40B4-BE49-F238E27FC236}">
                            <a16:creationId xmlns:a16="http://schemas.microsoft.com/office/drawing/2014/main" id="{642D8B01-4771-C645-C1DA-B7BADB07905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5"/>
                      <a:stretch>
                        <a:fillRect/>
                      </a:stretch>
                    </p:blipFill>
                    <p:spPr>
                      <a:xfrm>
                        <a:off x="1029556" y="4173013"/>
                        <a:ext cx="1358900" cy="6477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7450075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09006" y="14492"/>
            <a:ext cx="10482994" cy="581406"/>
          </a:xfrm>
          <a:solidFill>
            <a:schemeClr val="accent5">
              <a:lumMod val="20000"/>
              <a:lumOff val="80000"/>
            </a:schemeClr>
          </a:solidFill>
        </p:spPr>
        <p:txBody>
          <a:bodyPr>
            <a:noAutofit/>
          </a:bodyPr>
          <a:lstStyle/>
          <a:p>
            <a:r>
              <a:rPr lang="en-GB" sz="3200" b="1" dirty="0"/>
              <a:t>Common PDEs</a:t>
            </a:r>
          </a:p>
        </p:txBody>
      </p:sp>
      <p:graphicFrame>
        <p:nvGraphicFramePr>
          <p:cNvPr id="9" name="Object 8"/>
          <p:cNvGraphicFramePr>
            <a:graphicFrameLocks noChangeAspect="1"/>
          </p:cNvGraphicFramePr>
          <p:nvPr/>
        </p:nvGraphicFramePr>
        <p:xfrm>
          <a:off x="1520825" y="1389063"/>
          <a:ext cx="1663700" cy="609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663560" imgH="609480" progId="Equation.DSMT4">
                  <p:embed/>
                </p:oleObj>
              </mc:Choice>
              <mc:Fallback>
                <p:oleObj name="Equation" r:id="rId2" imgW="1663560" imgH="609480" progId="Equation.DSMT4">
                  <p:embed/>
                  <p:pic>
                    <p:nvPicPr>
                      <p:cNvPr id="9" name="Object 8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1520825" y="1389063"/>
                        <a:ext cx="1663700" cy="609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Object 6">
            <a:extLst>
              <a:ext uri="{FF2B5EF4-FFF2-40B4-BE49-F238E27FC236}">
                <a16:creationId xmlns:a16="http://schemas.microsoft.com/office/drawing/2014/main" id="{99038554-1D34-99CF-0DEE-950FEBF477E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299075" y="1331913"/>
          <a:ext cx="6489700" cy="762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6489360" imgH="761760" progId="Equation.DSMT4">
                  <p:embed/>
                </p:oleObj>
              </mc:Choice>
              <mc:Fallback>
                <p:oleObj name="Equation" r:id="rId4" imgW="6489360" imgH="761760" progId="Equation.DSMT4">
                  <p:embed/>
                  <p:pic>
                    <p:nvPicPr>
                      <p:cNvPr id="7" name="Object 6">
                        <a:extLst>
                          <a:ext uri="{FF2B5EF4-FFF2-40B4-BE49-F238E27FC236}">
                            <a16:creationId xmlns:a16="http://schemas.microsoft.com/office/drawing/2014/main" id="{99038554-1D34-99CF-0DEE-950FEBF477E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5299075" y="1331913"/>
                        <a:ext cx="6489700" cy="7620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CB95CE5C-89EF-D238-5E32-966537D8DFA2}"/>
              </a:ext>
            </a:extLst>
          </p:cNvPr>
          <p:cNvSpPr txBox="1"/>
          <p:nvPr/>
        </p:nvSpPr>
        <p:spPr>
          <a:xfrm>
            <a:off x="6096000" y="813625"/>
            <a:ext cx="3545642" cy="400110"/>
          </a:xfrm>
          <a:prstGeom prst="rect">
            <a:avLst/>
          </a:prstGeom>
          <a:solidFill>
            <a:schemeClr val="bg2"/>
          </a:solidFill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/>
              <a:t>Wave equation </a:t>
            </a:r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43B1B7F-F6A2-7A27-734F-909B35A75539}"/>
              </a:ext>
            </a:extLst>
          </p:cNvPr>
          <p:cNvSpPr txBox="1"/>
          <p:nvPr/>
        </p:nvSpPr>
        <p:spPr>
          <a:xfrm>
            <a:off x="128171" y="905560"/>
            <a:ext cx="3545642" cy="400110"/>
          </a:xfrm>
          <a:prstGeom prst="rect">
            <a:avLst/>
          </a:prstGeom>
          <a:solidFill>
            <a:schemeClr val="bg2"/>
          </a:solidFill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/>
              <a:t>Linear advection equation </a:t>
            </a:r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96ED66B-05F6-2DD1-61C5-CFF077E53E5C}"/>
              </a:ext>
            </a:extLst>
          </p:cNvPr>
          <p:cNvSpPr txBox="1"/>
          <p:nvPr/>
        </p:nvSpPr>
        <p:spPr>
          <a:xfrm>
            <a:off x="128171" y="2270329"/>
            <a:ext cx="3545642" cy="400110"/>
          </a:xfrm>
          <a:prstGeom prst="rect">
            <a:avLst/>
          </a:prstGeom>
          <a:solidFill>
            <a:schemeClr val="bg2"/>
          </a:solidFill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/>
              <a:t>Burgers equation </a:t>
            </a:r>
            <a:endParaRPr lang="en-US" dirty="0"/>
          </a:p>
        </p:txBody>
      </p:sp>
      <p:graphicFrame>
        <p:nvGraphicFramePr>
          <p:cNvPr id="4" name="Object 3">
            <a:extLst>
              <a:ext uri="{FF2B5EF4-FFF2-40B4-BE49-F238E27FC236}">
                <a16:creationId xmlns:a16="http://schemas.microsoft.com/office/drawing/2014/main" id="{5844EC94-45D9-75D1-C6A1-7915EC56405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04316249"/>
              </p:ext>
            </p:extLst>
          </p:nvPr>
        </p:nvGraphicFramePr>
        <p:xfrm>
          <a:off x="1514475" y="2882900"/>
          <a:ext cx="1676400" cy="609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1676160" imgH="609480" progId="Equation.DSMT4">
                  <p:embed/>
                </p:oleObj>
              </mc:Choice>
              <mc:Fallback>
                <p:oleObj name="Equation" r:id="rId6" imgW="1676160" imgH="609480" progId="Equation.DSMT4">
                  <p:embed/>
                  <p:pic>
                    <p:nvPicPr>
                      <p:cNvPr id="4" name="Object 3">
                        <a:extLst>
                          <a:ext uri="{FF2B5EF4-FFF2-40B4-BE49-F238E27FC236}">
                            <a16:creationId xmlns:a16="http://schemas.microsoft.com/office/drawing/2014/main" id="{5844EC94-45D9-75D1-C6A1-7915EC56405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1514475" y="2882900"/>
                        <a:ext cx="1676400" cy="609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Object 9">
            <a:extLst>
              <a:ext uri="{FF2B5EF4-FFF2-40B4-BE49-F238E27FC236}">
                <a16:creationId xmlns:a16="http://schemas.microsoft.com/office/drawing/2014/main" id="{E27AF3AC-E576-24E2-C81D-500F69EC72A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19561076"/>
              </p:ext>
            </p:extLst>
          </p:nvPr>
        </p:nvGraphicFramePr>
        <p:xfrm>
          <a:off x="6181725" y="2768600"/>
          <a:ext cx="2095500" cy="647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2095200" imgH="647640" progId="Equation.DSMT4">
                  <p:embed/>
                </p:oleObj>
              </mc:Choice>
              <mc:Fallback>
                <p:oleObj name="Equation" r:id="rId8" imgW="2095200" imgH="647640" progId="Equation.DSMT4">
                  <p:embed/>
                  <p:pic>
                    <p:nvPicPr>
                      <p:cNvPr id="10" name="Object 9">
                        <a:extLst>
                          <a:ext uri="{FF2B5EF4-FFF2-40B4-BE49-F238E27FC236}">
                            <a16:creationId xmlns:a16="http://schemas.microsoft.com/office/drawing/2014/main" id="{E27AF3AC-E576-24E2-C81D-500F69EC72A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6181725" y="2768600"/>
                        <a:ext cx="2095500" cy="6477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" name="TextBox 12">
            <a:extLst>
              <a:ext uri="{FF2B5EF4-FFF2-40B4-BE49-F238E27FC236}">
                <a16:creationId xmlns:a16="http://schemas.microsoft.com/office/drawing/2014/main" id="{C241C87C-4B47-00DE-5A9D-1858F20D4FDF}"/>
              </a:ext>
            </a:extLst>
          </p:cNvPr>
          <p:cNvSpPr txBox="1"/>
          <p:nvPr/>
        </p:nvSpPr>
        <p:spPr>
          <a:xfrm>
            <a:off x="6124327" y="2278597"/>
            <a:ext cx="3545642" cy="400110"/>
          </a:xfrm>
          <a:prstGeom prst="rect">
            <a:avLst/>
          </a:prstGeom>
          <a:solidFill>
            <a:schemeClr val="bg2"/>
          </a:solidFill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/>
              <a:t>Viscous counterpart </a:t>
            </a:r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564183C-DCAD-0E32-23AC-C370F0AC2643}"/>
              </a:ext>
            </a:extLst>
          </p:cNvPr>
          <p:cNvSpPr txBox="1"/>
          <p:nvPr/>
        </p:nvSpPr>
        <p:spPr>
          <a:xfrm>
            <a:off x="128171" y="3666057"/>
            <a:ext cx="3545642" cy="400110"/>
          </a:xfrm>
          <a:prstGeom prst="rect">
            <a:avLst/>
          </a:prstGeom>
          <a:solidFill>
            <a:schemeClr val="bg2"/>
          </a:solidFill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/>
              <a:t>Heat or Diffusion equation </a:t>
            </a:r>
            <a:endParaRPr lang="en-US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6018204-B24B-C10C-8E27-EE9138AF68B9}"/>
              </a:ext>
            </a:extLst>
          </p:cNvPr>
          <p:cNvSpPr txBox="1"/>
          <p:nvPr/>
        </p:nvSpPr>
        <p:spPr>
          <a:xfrm>
            <a:off x="169436" y="5139307"/>
            <a:ext cx="3545642" cy="400110"/>
          </a:xfrm>
          <a:prstGeom prst="rect">
            <a:avLst/>
          </a:prstGeom>
          <a:solidFill>
            <a:schemeClr val="bg2"/>
          </a:solidFill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/>
              <a:t>Laplace equation </a:t>
            </a:r>
            <a:endParaRPr lang="en-US" dirty="0"/>
          </a:p>
        </p:txBody>
      </p:sp>
      <p:graphicFrame>
        <p:nvGraphicFramePr>
          <p:cNvPr id="16" name="Object 15">
            <a:extLst>
              <a:ext uri="{FF2B5EF4-FFF2-40B4-BE49-F238E27FC236}">
                <a16:creationId xmlns:a16="http://schemas.microsoft.com/office/drawing/2014/main" id="{AEC0248E-F69E-96AE-48AE-C525F0A3787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72242" y="5762625"/>
          <a:ext cx="2857500" cy="698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2857320" imgH="698400" progId="Equation.DSMT4">
                  <p:embed/>
                </p:oleObj>
              </mc:Choice>
              <mc:Fallback>
                <p:oleObj name="Equation" r:id="rId10" imgW="2857320" imgH="698400" progId="Equation.DSMT4">
                  <p:embed/>
                  <p:pic>
                    <p:nvPicPr>
                      <p:cNvPr id="16" name="Object 15">
                        <a:extLst>
                          <a:ext uri="{FF2B5EF4-FFF2-40B4-BE49-F238E27FC236}">
                            <a16:creationId xmlns:a16="http://schemas.microsoft.com/office/drawing/2014/main" id="{AEC0248E-F69E-96AE-48AE-C525F0A3787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472242" y="5762625"/>
                        <a:ext cx="2857500" cy="6985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" name="TextBox 17">
            <a:extLst>
              <a:ext uri="{FF2B5EF4-FFF2-40B4-BE49-F238E27FC236}">
                <a16:creationId xmlns:a16="http://schemas.microsoft.com/office/drawing/2014/main" id="{770642DC-13C3-C7C9-E51D-65C9B69EE6DF}"/>
              </a:ext>
            </a:extLst>
          </p:cNvPr>
          <p:cNvSpPr txBox="1"/>
          <p:nvPr/>
        </p:nvSpPr>
        <p:spPr>
          <a:xfrm>
            <a:off x="4050905" y="3668081"/>
            <a:ext cx="3545642" cy="369332"/>
          </a:xfrm>
          <a:prstGeom prst="rect">
            <a:avLst/>
          </a:prstGeom>
          <a:solidFill>
            <a:schemeClr val="bg2"/>
          </a:solidFill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2D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A103D1CD-EEBA-90DC-A446-86878C716504}"/>
              </a:ext>
            </a:extLst>
          </p:cNvPr>
          <p:cNvSpPr txBox="1"/>
          <p:nvPr/>
        </p:nvSpPr>
        <p:spPr>
          <a:xfrm>
            <a:off x="7973639" y="3649077"/>
            <a:ext cx="3545642" cy="400110"/>
          </a:xfrm>
          <a:prstGeom prst="rect">
            <a:avLst/>
          </a:prstGeom>
          <a:solidFill>
            <a:schemeClr val="bg2"/>
          </a:solidFill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/>
              <a:t>3D </a:t>
            </a:r>
            <a:endParaRPr lang="en-US" dirty="0"/>
          </a:p>
        </p:txBody>
      </p:sp>
      <p:graphicFrame>
        <p:nvGraphicFramePr>
          <p:cNvPr id="14" name="Object 13">
            <a:extLst>
              <a:ext uri="{FF2B5EF4-FFF2-40B4-BE49-F238E27FC236}">
                <a16:creationId xmlns:a16="http://schemas.microsoft.com/office/drawing/2014/main" id="{BF62BA91-59FE-85B2-04FB-9E2F7E65A0C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75733166"/>
              </p:ext>
            </p:extLst>
          </p:nvPr>
        </p:nvGraphicFramePr>
        <p:xfrm>
          <a:off x="1029556" y="4173013"/>
          <a:ext cx="1358900" cy="647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1358640" imgH="647640" progId="Equation.DSMT4">
                  <p:embed/>
                </p:oleObj>
              </mc:Choice>
              <mc:Fallback>
                <p:oleObj name="Equation" r:id="rId12" imgW="1358640" imgH="647640" progId="Equation.DSMT4">
                  <p:embed/>
                  <p:pic>
                    <p:nvPicPr>
                      <p:cNvPr id="12" name="Object 11">
                        <a:extLst>
                          <a:ext uri="{FF2B5EF4-FFF2-40B4-BE49-F238E27FC236}">
                            <a16:creationId xmlns:a16="http://schemas.microsoft.com/office/drawing/2014/main" id="{6FDFC43A-F4D3-2F4F-55F9-8AE76F3967C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3"/>
                      <a:stretch>
                        <a:fillRect/>
                      </a:stretch>
                    </p:blipFill>
                    <p:spPr>
                      <a:xfrm>
                        <a:off x="1029556" y="4173013"/>
                        <a:ext cx="1358900" cy="6477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" name="Object 14">
            <a:extLst>
              <a:ext uri="{FF2B5EF4-FFF2-40B4-BE49-F238E27FC236}">
                <a16:creationId xmlns:a16="http://schemas.microsoft.com/office/drawing/2014/main" id="{DBDE8A7A-57C3-C91B-02B4-6E66D4B8AB0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02392223"/>
              </p:ext>
            </p:extLst>
          </p:nvPr>
        </p:nvGraphicFramePr>
        <p:xfrm>
          <a:off x="4348163" y="4173013"/>
          <a:ext cx="2209800" cy="762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2209680" imgH="761760" progId="Equation.DSMT4">
                  <p:embed/>
                </p:oleObj>
              </mc:Choice>
              <mc:Fallback>
                <p:oleObj name="Equation" r:id="rId14" imgW="2209680" imgH="761760" progId="Equation.DSMT4">
                  <p:embed/>
                  <p:pic>
                    <p:nvPicPr>
                      <p:cNvPr id="21" name="Object 20">
                        <a:extLst>
                          <a:ext uri="{FF2B5EF4-FFF2-40B4-BE49-F238E27FC236}">
                            <a16:creationId xmlns:a16="http://schemas.microsoft.com/office/drawing/2014/main" id="{BD66ABEC-33D8-90E6-EA42-821FFD5A8F8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5"/>
                      <a:stretch>
                        <a:fillRect/>
                      </a:stretch>
                    </p:blipFill>
                    <p:spPr>
                      <a:xfrm>
                        <a:off x="4348163" y="4173013"/>
                        <a:ext cx="2209800" cy="7620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" name="Object 16">
            <a:extLst>
              <a:ext uri="{FF2B5EF4-FFF2-40B4-BE49-F238E27FC236}">
                <a16:creationId xmlns:a16="http://schemas.microsoft.com/office/drawing/2014/main" id="{1C9997EB-E9DF-40BB-8F9B-61A3E824C0F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18760556"/>
              </p:ext>
            </p:extLst>
          </p:nvPr>
        </p:nvGraphicFramePr>
        <p:xfrm>
          <a:off x="8068613" y="4173013"/>
          <a:ext cx="2832100" cy="762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6" imgW="2831760" imgH="761760" progId="Equation.DSMT4">
                  <p:embed/>
                </p:oleObj>
              </mc:Choice>
              <mc:Fallback>
                <p:oleObj name="Equation" r:id="rId16" imgW="2831760" imgH="761760" progId="Equation.DSMT4">
                  <p:embed/>
                  <p:pic>
                    <p:nvPicPr>
                      <p:cNvPr id="20" name="Object 19">
                        <a:extLst>
                          <a:ext uri="{FF2B5EF4-FFF2-40B4-BE49-F238E27FC236}">
                            <a16:creationId xmlns:a16="http://schemas.microsoft.com/office/drawing/2014/main" id="{850BAD72-7E54-F118-909F-43FD1984FD1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7"/>
                      <a:stretch>
                        <a:fillRect/>
                      </a:stretch>
                    </p:blipFill>
                    <p:spPr>
                      <a:xfrm>
                        <a:off x="8068613" y="4173013"/>
                        <a:ext cx="2832100" cy="7620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415847945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09006" y="14492"/>
            <a:ext cx="10482994" cy="581406"/>
          </a:xfrm>
          <a:solidFill>
            <a:schemeClr val="accent5">
              <a:lumMod val="20000"/>
              <a:lumOff val="80000"/>
            </a:schemeClr>
          </a:solidFill>
        </p:spPr>
        <p:txBody>
          <a:bodyPr>
            <a:noAutofit/>
          </a:bodyPr>
          <a:lstStyle/>
          <a:p>
            <a:r>
              <a:rPr lang="en-GB" sz="3200" b="1" dirty="0"/>
              <a:t>Common PDEs</a:t>
            </a:r>
          </a:p>
        </p:txBody>
      </p:sp>
      <p:graphicFrame>
        <p:nvGraphicFramePr>
          <p:cNvPr id="9" name="Object 8"/>
          <p:cNvGraphicFramePr>
            <a:graphicFrameLocks noChangeAspect="1"/>
          </p:cNvGraphicFramePr>
          <p:nvPr/>
        </p:nvGraphicFramePr>
        <p:xfrm>
          <a:off x="1520825" y="1389063"/>
          <a:ext cx="1663700" cy="609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663560" imgH="609480" progId="Equation.DSMT4">
                  <p:embed/>
                </p:oleObj>
              </mc:Choice>
              <mc:Fallback>
                <p:oleObj name="Equation" r:id="rId2" imgW="1663560" imgH="609480" progId="Equation.DSMT4">
                  <p:embed/>
                  <p:pic>
                    <p:nvPicPr>
                      <p:cNvPr id="9" name="Object 8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1520825" y="1389063"/>
                        <a:ext cx="1663700" cy="609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Object 6">
            <a:extLst>
              <a:ext uri="{FF2B5EF4-FFF2-40B4-BE49-F238E27FC236}">
                <a16:creationId xmlns:a16="http://schemas.microsoft.com/office/drawing/2014/main" id="{99038554-1D34-99CF-0DEE-950FEBF477E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299075" y="1331913"/>
          <a:ext cx="6489700" cy="762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6489360" imgH="761760" progId="Equation.DSMT4">
                  <p:embed/>
                </p:oleObj>
              </mc:Choice>
              <mc:Fallback>
                <p:oleObj name="Equation" r:id="rId4" imgW="6489360" imgH="761760" progId="Equation.DSMT4">
                  <p:embed/>
                  <p:pic>
                    <p:nvPicPr>
                      <p:cNvPr id="7" name="Object 6">
                        <a:extLst>
                          <a:ext uri="{FF2B5EF4-FFF2-40B4-BE49-F238E27FC236}">
                            <a16:creationId xmlns:a16="http://schemas.microsoft.com/office/drawing/2014/main" id="{99038554-1D34-99CF-0DEE-950FEBF477E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5299075" y="1331913"/>
                        <a:ext cx="6489700" cy="7620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CB95CE5C-89EF-D238-5E32-966537D8DFA2}"/>
              </a:ext>
            </a:extLst>
          </p:cNvPr>
          <p:cNvSpPr txBox="1"/>
          <p:nvPr/>
        </p:nvSpPr>
        <p:spPr>
          <a:xfrm>
            <a:off x="6096000" y="813625"/>
            <a:ext cx="3545642" cy="400110"/>
          </a:xfrm>
          <a:prstGeom prst="rect">
            <a:avLst/>
          </a:prstGeom>
          <a:solidFill>
            <a:schemeClr val="bg2"/>
          </a:solidFill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/>
              <a:t>Wave equation </a:t>
            </a:r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43B1B7F-F6A2-7A27-734F-909B35A75539}"/>
              </a:ext>
            </a:extLst>
          </p:cNvPr>
          <p:cNvSpPr txBox="1"/>
          <p:nvPr/>
        </p:nvSpPr>
        <p:spPr>
          <a:xfrm>
            <a:off x="128171" y="905560"/>
            <a:ext cx="3545642" cy="400110"/>
          </a:xfrm>
          <a:prstGeom prst="rect">
            <a:avLst/>
          </a:prstGeom>
          <a:solidFill>
            <a:schemeClr val="bg2"/>
          </a:solidFill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/>
              <a:t>Linear advection equation </a:t>
            </a:r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96ED66B-05F6-2DD1-61C5-CFF077E53E5C}"/>
              </a:ext>
            </a:extLst>
          </p:cNvPr>
          <p:cNvSpPr txBox="1"/>
          <p:nvPr/>
        </p:nvSpPr>
        <p:spPr>
          <a:xfrm>
            <a:off x="128171" y="2270329"/>
            <a:ext cx="3545642" cy="400110"/>
          </a:xfrm>
          <a:prstGeom prst="rect">
            <a:avLst/>
          </a:prstGeom>
          <a:solidFill>
            <a:schemeClr val="bg2"/>
          </a:solidFill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/>
              <a:t>Burgers equation </a:t>
            </a:r>
            <a:endParaRPr lang="en-US" dirty="0"/>
          </a:p>
        </p:txBody>
      </p:sp>
      <p:graphicFrame>
        <p:nvGraphicFramePr>
          <p:cNvPr id="4" name="Object 3">
            <a:extLst>
              <a:ext uri="{FF2B5EF4-FFF2-40B4-BE49-F238E27FC236}">
                <a16:creationId xmlns:a16="http://schemas.microsoft.com/office/drawing/2014/main" id="{5844EC94-45D9-75D1-C6A1-7915EC56405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88043051"/>
              </p:ext>
            </p:extLst>
          </p:nvPr>
        </p:nvGraphicFramePr>
        <p:xfrm>
          <a:off x="1514475" y="2882900"/>
          <a:ext cx="1676400" cy="609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1676160" imgH="609480" progId="Equation.DSMT4">
                  <p:embed/>
                </p:oleObj>
              </mc:Choice>
              <mc:Fallback>
                <p:oleObj name="Equation" r:id="rId6" imgW="1676160" imgH="609480" progId="Equation.DSMT4">
                  <p:embed/>
                  <p:pic>
                    <p:nvPicPr>
                      <p:cNvPr id="4" name="Object 3">
                        <a:extLst>
                          <a:ext uri="{FF2B5EF4-FFF2-40B4-BE49-F238E27FC236}">
                            <a16:creationId xmlns:a16="http://schemas.microsoft.com/office/drawing/2014/main" id="{5844EC94-45D9-75D1-C6A1-7915EC56405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1514475" y="2882900"/>
                        <a:ext cx="1676400" cy="609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Object 9">
            <a:extLst>
              <a:ext uri="{FF2B5EF4-FFF2-40B4-BE49-F238E27FC236}">
                <a16:creationId xmlns:a16="http://schemas.microsoft.com/office/drawing/2014/main" id="{E27AF3AC-E576-24E2-C81D-500F69EC72A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71913993"/>
              </p:ext>
            </p:extLst>
          </p:nvPr>
        </p:nvGraphicFramePr>
        <p:xfrm>
          <a:off x="6181725" y="2768600"/>
          <a:ext cx="2095500" cy="647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2095200" imgH="647640" progId="Equation.DSMT4">
                  <p:embed/>
                </p:oleObj>
              </mc:Choice>
              <mc:Fallback>
                <p:oleObj name="Equation" r:id="rId8" imgW="2095200" imgH="647640" progId="Equation.DSMT4">
                  <p:embed/>
                  <p:pic>
                    <p:nvPicPr>
                      <p:cNvPr id="10" name="Object 9">
                        <a:extLst>
                          <a:ext uri="{FF2B5EF4-FFF2-40B4-BE49-F238E27FC236}">
                            <a16:creationId xmlns:a16="http://schemas.microsoft.com/office/drawing/2014/main" id="{E27AF3AC-E576-24E2-C81D-500F69EC72A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6181725" y="2768600"/>
                        <a:ext cx="2095500" cy="6477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" name="TextBox 12">
            <a:extLst>
              <a:ext uri="{FF2B5EF4-FFF2-40B4-BE49-F238E27FC236}">
                <a16:creationId xmlns:a16="http://schemas.microsoft.com/office/drawing/2014/main" id="{C241C87C-4B47-00DE-5A9D-1858F20D4FDF}"/>
              </a:ext>
            </a:extLst>
          </p:cNvPr>
          <p:cNvSpPr txBox="1"/>
          <p:nvPr/>
        </p:nvSpPr>
        <p:spPr>
          <a:xfrm>
            <a:off x="6124327" y="2278597"/>
            <a:ext cx="3545642" cy="400110"/>
          </a:xfrm>
          <a:prstGeom prst="rect">
            <a:avLst/>
          </a:prstGeom>
          <a:solidFill>
            <a:schemeClr val="bg2"/>
          </a:solidFill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/>
              <a:t>Viscous counterpart </a:t>
            </a:r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564183C-DCAD-0E32-23AC-C370F0AC2643}"/>
              </a:ext>
            </a:extLst>
          </p:cNvPr>
          <p:cNvSpPr txBox="1"/>
          <p:nvPr/>
        </p:nvSpPr>
        <p:spPr>
          <a:xfrm>
            <a:off x="128171" y="3666057"/>
            <a:ext cx="3545642" cy="400110"/>
          </a:xfrm>
          <a:prstGeom prst="rect">
            <a:avLst/>
          </a:prstGeom>
          <a:solidFill>
            <a:schemeClr val="bg2"/>
          </a:solidFill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/>
              <a:t>Heat or Diffusion equation </a:t>
            </a:r>
            <a:endParaRPr lang="en-US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6018204-B24B-C10C-8E27-EE9138AF68B9}"/>
              </a:ext>
            </a:extLst>
          </p:cNvPr>
          <p:cNvSpPr txBox="1"/>
          <p:nvPr/>
        </p:nvSpPr>
        <p:spPr>
          <a:xfrm>
            <a:off x="169436" y="5139307"/>
            <a:ext cx="3545642" cy="400110"/>
          </a:xfrm>
          <a:prstGeom prst="rect">
            <a:avLst/>
          </a:prstGeom>
          <a:solidFill>
            <a:schemeClr val="bg2"/>
          </a:solidFill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/>
              <a:t>Laplace equation </a:t>
            </a:r>
            <a:endParaRPr lang="en-US" dirty="0"/>
          </a:p>
        </p:txBody>
      </p:sp>
      <p:graphicFrame>
        <p:nvGraphicFramePr>
          <p:cNvPr id="15" name="Object 14">
            <a:extLst>
              <a:ext uri="{FF2B5EF4-FFF2-40B4-BE49-F238E27FC236}">
                <a16:creationId xmlns:a16="http://schemas.microsoft.com/office/drawing/2014/main" id="{1B421024-046A-6E64-9E4F-07E2A4024BA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127750" y="5762625"/>
          <a:ext cx="3987800" cy="698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3987720" imgH="698400" progId="Equation.DSMT4">
                  <p:embed/>
                </p:oleObj>
              </mc:Choice>
              <mc:Fallback>
                <p:oleObj name="Equation" r:id="rId10" imgW="3987720" imgH="698400" progId="Equation.DSMT4">
                  <p:embed/>
                  <p:pic>
                    <p:nvPicPr>
                      <p:cNvPr id="15" name="Object 14">
                        <a:extLst>
                          <a:ext uri="{FF2B5EF4-FFF2-40B4-BE49-F238E27FC236}">
                            <a16:creationId xmlns:a16="http://schemas.microsoft.com/office/drawing/2014/main" id="{1B421024-046A-6E64-9E4F-07E2A4024BA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6127750" y="5762625"/>
                        <a:ext cx="3987800" cy="6985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" name="Object 15">
            <a:extLst>
              <a:ext uri="{FF2B5EF4-FFF2-40B4-BE49-F238E27FC236}">
                <a16:creationId xmlns:a16="http://schemas.microsoft.com/office/drawing/2014/main" id="{AEC0248E-F69E-96AE-48AE-C525F0A3787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72242" y="5762625"/>
          <a:ext cx="2857500" cy="698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2857320" imgH="698400" progId="Equation.DSMT4">
                  <p:embed/>
                </p:oleObj>
              </mc:Choice>
              <mc:Fallback>
                <p:oleObj name="Equation" r:id="rId12" imgW="2857320" imgH="698400" progId="Equation.DSMT4">
                  <p:embed/>
                  <p:pic>
                    <p:nvPicPr>
                      <p:cNvPr id="16" name="Object 15">
                        <a:extLst>
                          <a:ext uri="{FF2B5EF4-FFF2-40B4-BE49-F238E27FC236}">
                            <a16:creationId xmlns:a16="http://schemas.microsoft.com/office/drawing/2014/main" id="{AEC0248E-F69E-96AE-48AE-C525F0A3787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3"/>
                      <a:stretch>
                        <a:fillRect/>
                      </a:stretch>
                    </p:blipFill>
                    <p:spPr>
                      <a:xfrm>
                        <a:off x="472242" y="5762625"/>
                        <a:ext cx="2857500" cy="6985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" name="TextBox 16">
            <a:extLst>
              <a:ext uri="{FF2B5EF4-FFF2-40B4-BE49-F238E27FC236}">
                <a16:creationId xmlns:a16="http://schemas.microsoft.com/office/drawing/2014/main" id="{88DD6667-B6A2-EDBA-BF8D-22BCA9C20A0D}"/>
              </a:ext>
            </a:extLst>
          </p:cNvPr>
          <p:cNvSpPr txBox="1"/>
          <p:nvPr/>
        </p:nvSpPr>
        <p:spPr>
          <a:xfrm>
            <a:off x="6096000" y="5140363"/>
            <a:ext cx="3545642" cy="400110"/>
          </a:xfrm>
          <a:prstGeom prst="rect">
            <a:avLst/>
          </a:prstGeom>
          <a:solidFill>
            <a:schemeClr val="bg2"/>
          </a:solidFill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/>
              <a:t>Poisson's equation </a:t>
            </a:r>
            <a:endParaRPr lang="en-US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770642DC-13C3-C7C9-E51D-65C9B69EE6DF}"/>
              </a:ext>
            </a:extLst>
          </p:cNvPr>
          <p:cNvSpPr txBox="1"/>
          <p:nvPr/>
        </p:nvSpPr>
        <p:spPr>
          <a:xfrm>
            <a:off x="4050905" y="3668081"/>
            <a:ext cx="3545642" cy="369332"/>
          </a:xfrm>
          <a:prstGeom prst="rect">
            <a:avLst/>
          </a:prstGeom>
          <a:solidFill>
            <a:schemeClr val="bg2"/>
          </a:solidFill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2D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A103D1CD-EEBA-90DC-A446-86878C716504}"/>
              </a:ext>
            </a:extLst>
          </p:cNvPr>
          <p:cNvSpPr txBox="1"/>
          <p:nvPr/>
        </p:nvSpPr>
        <p:spPr>
          <a:xfrm>
            <a:off x="7973639" y="3649077"/>
            <a:ext cx="3545642" cy="400110"/>
          </a:xfrm>
          <a:prstGeom prst="rect">
            <a:avLst/>
          </a:prstGeom>
          <a:solidFill>
            <a:schemeClr val="bg2"/>
          </a:solidFill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/>
              <a:t>3D </a:t>
            </a:r>
            <a:endParaRPr lang="en-US" dirty="0"/>
          </a:p>
        </p:txBody>
      </p:sp>
      <p:graphicFrame>
        <p:nvGraphicFramePr>
          <p:cNvPr id="14" name="Object 13">
            <a:extLst>
              <a:ext uri="{FF2B5EF4-FFF2-40B4-BE49-F238E27FC236}">
                <a16:creationId xmlns:a16="http://schemas.microsoft.com/office/drawing/2014/main" id="{AE6B6169-16D8-5108-A4C1-E4A8931BA28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66452319"/>
              </p:ext>
            </p:extLst>
          </p:nvPr>
        </p:nvGraphicFramePr>
        <p:xfrm>
          <a:off x="1029556" y="4173013"/>
          <a:ext cx="1358900" cy="647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1358640" imgH="647640" progId="Equation.DSMT4">
                  <p:embed/>
                </p:oleObj>
              </mc:Choice>
              <mc:Fallback>
                <p:oleObj name="Equation" r:id="rId14" imgW="1358640" imgH="647640" progId="Equation.DSMT4">
                  <p:embed/>
                  <p:pic>
                    <p:nvPicPr>
                      <p:cNvPr id="14" name="Object 13">
                        <a:extLst>
                          <a:ext uri="{FF2B5EF4-FFF2-40B4-BE49-F238E27FC236}">
                            <a16:creationId xmlns:a16="http://schemas.microsoft.com/office/drawing/2014/main" id="{BF62BA91-59FE-85B2-04FB-9E2F7E65A0C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5"/>
                      <a:stretch>
                        <a:fillRect/>
                      </a:stretch>
                    </p:blipFill>
                    <p:spPr>
                      <a:xfrm>
                        <a:off x="1029556" y="4173013"/>
                        <a:ext cx="1358900" cy="6477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" name="Object 21">
            <a:extLst>
              <a:ext uri="{FF2B5EF4-FFF2-40B4-BE49-F238E27FC236}">
                <a16:creationId xmlns:a16="http://schemas.microsoft.com/office/drawing/2014/main" id="{94D4814F-F134-1511-7202-F84FFF4560B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91609499"/>
              </p:ext>
            </p:extLst>
          </p:nvPr>
        </p:nvGraphicFramePr>
        <p:xfrm>
          <a:off x="4348163" y="4173013"/>
          <a:ext cx="2209800" cy="762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6" imgW="2209680" imgH="761760" progId="Equation.DSMT4">
                  <p:embed/>
                </p:oleObj>
              </mc:Choice>
              <mc:Fallback>
                <p:oleObj name="Equation" r:id="rId16" imgW="2209680" imgH="761760" progId="Equation.DSMT4">
                  <p:embed/>
                  <p:pic>
                    <p:nvPicPr>
                      <p:cNvPr id="15" name="Object 14">
                        <a:extLst>
                          <a:ext uri="{FF2B5EF4-FFF2-40B4-BE49-F238E27FC236}">
                            <a16:creationId xmlns:a16="http://schemas.microsoft.com/office/drawing/2014/main" id="{DBDE8A7A-57C3-C91B-02B4-6E66D4B8AB0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7"/>
                      <a:stretch>
                        <a:fillRect/>
                      </a:stretch>
                    </p:blipFill>
                    <p:spPr>
                      <a:xfrm>
                        <a:off x="4348163" y="4173013"/>
                        <a:ext cx="2209800" cy="7620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" name="Object 22">
            <a:extLst>
              <a:ext uri="{FF2B5EF4-FFF2-40B4-BE49-F238E27FC236}">
                <a16:creationId xmlns:a16="http://schemas.microsoft.com/office/drawing/2014/main" id="{B6EC899D-BD4B-3F12-C727-511BA4DEB63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27705915"/>
              </p:ext>
            </p:extLst>
          </p:nvPr>
        </p:nvGraphicFramePr>
        <p:xfrm>
          <a:off x="8068613" y="4173013"/>
          <a:ext cx="2832100" cy="762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8" imgW="2831760" imgH="761760" progId="Equation.DSMT4">
                  <p:embed/>
                </p:oleObj>
              </mc:Choice>
              <mc:Fallback>
                <p:oleObj name="Equation" r:id="rId18" imgW="2831760" imgH="761760" progId="Equation.DSMT4">
                  <p:embed/>
                  <p:pic>
                    <p:nvPicPr>
                      <p:cNvPr id="17" name="Object 16">
                        <a:extLst>
                          <a:ext uri="{FF2B5EF4-FFF2-40B4-BE49-F238E27FC236}">
                            <a16:creationId xmlns:a16="http://schemas.microsoft.com/office/drawing/2014/main" id="{1C9997EB-E9DF-40BB-8F9B-61A3E824C0F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9"/>
                      <a:stretch>
                        <a:fillRect/>
                      </a:stretch>
                    </p:blipFill>
                    <p:spPr>
                      <a:xfrm>
                        <a:off x="8068613" y="4173013"/>
                        <a:ext cx="2832100" cy="7620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02620129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EC00D9-52F4-C646-8F81-8663E25231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50930F-D7C9-E999-1D52-C84A7655D9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09006" y="14492"/>
            <a:ext cx="10482994" cy="581406"/>
          </a:xfrm>
          <a:solidFill>
            <a:schemeClr val="accent5">
              <a:lumMod val="20000"/>
              <a:lumOff val="80000"/>
            </a:schemeClr>
          </a:solidFill>
        </p:spPr>
        <p:txBody>
          <a:bodyPr>
            <a:noAutofit/>
          </a:bodyPr>
          <a:lstStyle/>
          <a:p>
            <a:r>
              <a:rPr lang="en-GB" sz="3200" b="1" dirty="0"/>
              <a:t>Common PDEs</a:t>
            </a:r>
          </a:p>
        </p:txBody>
      </p:sp>
      <p:graphicFrame>
        <p:nvGraphicFramePr>
          <p:cNvPr id="9" name="Object 8">
            <a:extLst>
              <a:ext uri="{FF2B5EF4-FFF2-40B4-BE49-F238E27FC236}">
                <a16:creationId xmlns:a16="http://schemas.microsoft.com/office/drawing/2014/main" id="{CEE29BC9-1831-8220-70DC-888D670FB9E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520825" y="1389063"/>
          <a:ext cx="1663700" cy="609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663560" imgH="609480" progId="Equation.DSMT4">
                  <p:embed/>
                </p:oleObj>
              </mc:Choice>
              <mc:Fallback>
                <p:oleObj name="Equation" r:id="rId2" imgW="1663560" imgH="609480" progId="Equation.DSMT4">
                  <p:embed/>
                  <p:pic>
                    <p:nvPicPr>
                      <p:cNvPr id="9" name="Object 8">
                        <a:extLst>
                          <a:ext uri="{FF2B5EF4-FFF2-40B4-BE49-F238E27FC236}">
                            <a16:creationId xmlns:a16="http://schemas.microsoft.com/office/drawing/2014/main" id="{CEE29BC9-1831-8220-70DC-888D670FB9E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1520825" y="1389063"/>
                        <a:ext cx="1663700" cy="609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Object 6">
            <a:extLst>
              <a:ext uri="{FF2B5EF4-FFF2-40B4-BE49-F238E27FC236}">
                <a16:creationId xmlns:a16="http://schemas.microsoft.com/office/drawing/2014/main" id="{3E1E0513-A122-BB0E-2A5B-917CFAE8005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299075" y="1331913"/>
          <a:ext cx="6489700" cy="762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6489360" imgH="761760" progId="Equation.DSMT4">
                  <p:embed/>
                </p:oleObj>
              </mc:Choice>
              <mc:Fallback>
                <p:oleObj name="Equation" r:id="rId4" imgW="6489360" imgH="761760" progId="Equation.DSMT4">
                  <p:embed/>
                  <p:pic>
                    <p:nvPicPr>
                      <p:cNvPr id="7" name="Object 6">
                        <a:extLst>
                          <a:ext uri="{FF2B5EF4-FFF2-40B4-BE49-F238E27FC236}">
                            <a16:creationId xmlns:a16="http://schemas.microsoft.com/office/drawing/2014/main" id="{3E1E0513-A122-BB0E-2A5B-917CFAE8005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5299075" y="1331913"/>
                        <a:ext cx="6489700" cy="7620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A692A61F-CE67-E11A-98D0-FCE4E41952A4}"/>
              </a:ext>
            </a:extLst>
          </p:cNvPr>
          <p:cNvSpPr txBox="1"/>
          <p:nvPr/>
        </p:nvSpPr>
        <p:spPr>
          <a:xfrm>
            <a:off x="6096000" y="813625"/>
            <a:ext cx="3545642" cy="400110"/>
          </a:xfrm>
          <a:prstGeom prst="rect">
            <a:avLst/>
          </a:prstGeom>
          <a:solidFill>
            <a:schemeClr val="bg2"/>
          </a:solidFill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/>
              <a:t>Wave equation </a:t>
            </a:r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813041B-B3EB-C76B-35B1-09EDA2002D0A}"/>
              </a:ext>
            </a:extLst>
          </p:cNvPr>
          <p:cNvSpPr txBox="1"/>
          <p:nvPr/>
        </p:nvSpPr>
        <p:spPr>
          <a:xfrm>
            <a:off x="128171" y="905560"/>
            <a:ext cx="3545642" cy="400110"/>
          </a:xfrm>
          <a:prstGeom prst="rect">
            <a:avLst/>
          </a:prstGeom>
          <a:solidFill>
            <a:schemeClr val="bg2"/>
          </a:solidFill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/>
              <a:t>Linear advection equation </a:t>
            </a:r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054F90D-E587-540D-6627-6784340826DA}"/>
              </a:ext>
            </a:extLst>
          </p:cNvPr>
          <p:cNvSpPr txBox="1"/>
          <p:nvPr/>
        </p:nvSpPr>
        <p:spPr>
          <a:xfrm>
            <a:off x="128171" y="2270329"/>
            <a:ext cx="3545642" cy="400110"/>
          </a:xfrm>
          <a:prstGeom prst="rect">
            <a:avLst/>
          </a:prstGeom>
          <a:solidFill>
            <a:schemeClr val="bg2"/>
          </a:solidFill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/>
              <a:t>Burgers equation </a:t>
            </a:r>
            <a:endParaRPr lang="en-US" dirty="0"/>
          </a:p>
        </p:txBody>
      </p:sp>
      <p:graphicFrame>
        <p:nvGraphicFramePr>
          <p:cNvPr id="4" name="Object 3">
            <a:extLst>
              <a:ext uri="{FF2B5EF4-FFF2-40B4-BE49-F238E27FC236}">
                <a16:creationId xmlns:a16="http://schemas.microsoft.com/office/drawing/2014/main" id="{FC48AB3A-1542-5FDD-18CF-BEA050CEFC1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7622560"/>
              </p:ext>
            </p:extLst>
          </p:nvPr>
        </p:nvGraphicFramePr>
        <p:xfrm>
          <a:off x="1514475" y="2882900"/>
          <a:ext cx="1676400" cy="609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1676160" imgH="609480" progId="Equation.DSMT4">
                  <p:embed/>
                </p:oleObj>
              </mc:Choice>
              <mc:Fallback>
                <p:oleObj name="Equation" r:id="rId6" imgW="1676160" imgH="609480" progId="Equation.DSMT4">
                  <p:embed/>
                  <p:pic>
                    <p:nvPicPr>
                      <p:cNvPr id="4" name="Object 3">
                        <a:extLst>
                          <a:ext uri="{FF2B5EF4-FFF2-40B4-BE49-F238E27FC236}">
                            <a16:creationId xmlns:a16="http://schemas.microsoft.com/office/drawing/2014/main" id="{FC48AB3A-1542-5FDD-18CF-BEA050CEFC1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1514475" y="2882900"/>
                        <a:ext cx="1676400" cy="609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Object 9">
            <a:extLst>
              <a:ext uri="{FF2B5EF4-FFF2-40B4-BE49-F238E27FC236}">
                <a16:creationId xmlns:a16="http://schemas.microsoft.com/office/drawing/2014/main" id="{88F245DE-D3ED-29E1-404E-E50FF47902A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57780582"/>
              </p:ext>
            </p:extLst>
          </p:nvPr>
        </p:nvGraphicFramePr>
        <p:xfrm>
          <a:off x="6181725" y="2768600"/>
          <a:ext cx="2095500" cy="647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2095200" imgH="647640" progId="Equation.DSMT4">
                  <p:embed/>
                </p:oleObj>
              </mc:Choice>
              <mc:Fallback>
                <p:oleObj name="Equation" r:id="rId8" imgW="2095200" imgH="647640" progId="Equation.DSMT4">
                  <p:embed/>
                  <p:pic>
                    <p:nvPicPr>
                      <p:cNvPr id="10" name="Object 9">
                        <a:extLst>
                          <a:ext uri="{FF2B5EF4-FFF2-40B4-BE49-F238E27FC236}">
                            <a16:creationId xmlns:a16="http://schemas.microsoft.com/office/drawing/2014/main" id="{88F245DE-D3ED-29E1-404E-E50FF47902A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6181725" y="2768600"/>
                        <a:ext cx="2095500" cy="6477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" name="TextBox 12">
            <a:extLst>
              <a:ext uri="{FF2B5EF4-FFF2-40B4-BE49-F238E27FC236}">
                <a16:creationId xmlns:a16="http://schemas.microsoft.com/office/drawing/2014/main" id="{5E23D90E-DD86-6467-77B2-321467E9B4F9}"/>
              </a:ext>
            </a:extLst>
          </p:cNvPr>
          <p:cNvSpPr txBox="1"/>
          <p:nvPr/>
        </p:nvSpPr>
        <p:spPr>
          <a:xfrm>
            <a:off x="6124327" y="2278597"/>
            <a:ext cx="3545642" cy="400110"/>
          </a:xfrm>
          <a:prstGeom prst="rect">
            <a:avLst/>
          </a:prstGeom>
          <a:solidFill>
            <a:schemeClr val="bg2"/>
          </a:solidFill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/>
              <a:t>Viscous counterpart </a:t>
            </a:r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9A5B616-2643-182B-0A7D-68992CD188D0}"/>
              </a:ext>
            </a:extLst>
          </p:cNvPr>
          <p:cNvSpPr txBox="1"/>
          <p:nvPr/>
        </p:nvSpPr>
        <p:spPr>
          <a:xfrm>
            <a:off x="128171" y="3666057"/>
            <a:ext cx="3545642" cy="400110"/>
          </a:xfrm>
          <a:prstGeom prst="rect">
            <a:avLst/>
          </a:prstGeom>
          <a:solidFill>
            <a:schemeClr val="bg2"/>
          </a:solidFill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/>
              <a:t>Heat or Diffusion equation </a:t>
            </a:r>
            <a:endParaRPr lang="en-US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693FE86-2A44-6796-C7EA-ABDD3E015937}"/>
              </a:ext>
            </a:extLst>
          </p:cNvPr>
          <p:cNvSpPr txBox="1"/>
          <p:nvPr/>
        </p:nvSpPr>
        <p:spPr>
          <a:xfrm>
            <a:off x="128171" y="5142896"/>
            <a:ext cx="6474556" cy="400110"/>
          </a:xfrm>
          <a:prstGeom prst="rect">
            <a:avLst/>
          </a:prstGeom>
          <a:solidFill>
            <a:schemeClr val="bg2"/>
          </a:solidFill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/>
              <a:t>Fokker-Planck equation for probability density </a:t>
            </a:r>
            <a:r>
              <a:rPr lang="en-US" sz="2000" b="1" i="1" dirty="0"/>
              <a:t>p(</a:t>
            </a:r>
            <a:r>
              <a:rPr lang="en-US" sz="2000" b="1" i="1" dirty="0" err="1"/>
              <a:t>x,t</a:t>
            </a:r>
            <a:r>
              <a:rPr lang="en-US" sz="2000" b="1" i="1" dirty="0"/>
              <a:t>) </a:t>
            </a:r>
            <a:endParaRPr lang="en-US" i="1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649087CD-DBD3-A9F9-EC2E-4E417B95BAB6}"/>
              </a:ext>
            </a:extLst>
          </p:cNvPr>
          <p:cNvSpPr txBox="1"/>
          <p:nvPr/>
        </p:nvSpPr>
        <p:spPr>
          <a:xfrm>
            <a:off x="4050905" y="3668081"/>
            <a:ext cx="3545642" cy="369332"/>
          </a:xfrm>
          <a:prstGeom prst="rect">
            <a:avLst/>
          </a:prstGeom>
          <a:solidFill>
            <a:schemeClr val="bg2"/>
          </a:solidFill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2D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1B77624F-7507-152C-91EE-2E91221D0DC8}"/>
              </a:ext>
            </a:extLst>
          </p:cNvPr>
          <p:cNvSpPr txBox="1"/>
          <p:nvPr/>
        </p:nvSpPr>
        <p:spPr>
          <a:xfrm>
            <a:off x="7973639" y="3649077"/>
            <a:ext cx="3545642" cy="400110"/>
          </a:xfrm>
          <a:prstGeom prst="rect">
            <a:avLst/>
          </a:prstGeom>
          <a:solidFill>
            <a:schemeClr val="bg2"/>
          </a:solidFill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/>
              <a:t>3D </a:t>
            </a:r>
            <a:endParaRPr lang="en-US" dirty="0"/>
          </a:p>
        </p:txBody>
      </p:sp>
      <p:graphicFrame>
        <p:nvGraphicFramePr>
          <p:cNvPr id="14" name="Object 13">
            <a:extLst>
              <a:ext uri="{FF2B5EF4-FFF2-40B4-BE49-F238E27FC236}">
                <a16:creationId xmlns:a16="http://schemas.microsoft.com/office/drawing/2014/main" id="{FC9ED946-CF9F-130F-A063-7207421DB93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18540402"/>
              </p:ext>
            </p:extLst>
          </p:nvPr>
        </p:nvGraphicFramePr>
        <p:xfrm>
          <a:off x="307727" y="5750890"/>
          <a:ext cx="6921500" cy="647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6921360" imgH="647640" progId="Equation.DSMT4">
                  <p:embed/>
                </p:oleObj>
              </mc:Choice>
              <mc:Fallback>
                <p:oleObj name="Equation" r:id="rId10" imgW="6921360" imgH="647640" progId="Equation.DSMT4">
                  <p:embed/>
                  <p:pic>
                    <p:nvPicPr>
                      <p:cNvPr id="14" name="Object 13">
                        <a:extLst>
                          <a:ext uri="{FF2B5EF4-FFF2-40B4-BE49-F238E27FC236}">
                            <a16:creationId xmlns:a16="http://schemas.microsoft.com/office/drawing/2014/main" id="{FC9ED946-CF9F-130F-A063-7207421DB93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307727" y="5750890"/>
                        <a:ext cx="6921500" cy="6477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2" name="Arrow: Right 21">
            <a:extLst>
              <a:ext uri="{FF2B5EF4-FFF2-40B4-BE49-F238E27FC236}">
                <a16:creationId xmlns:a16="http://schemas.microsoft.com/office/drawing/2014/main" id="{22B69FE5-A6B5-8A17-C269-47AD11D3DF76}"/>
              </a:ext>
            </a:extLst>
          </p:cNvPr>
          <p:cNvSpPr/>
          <p:nvPr/>
        </p:nvSpPr>
        <p:spPr>
          <a:xfrm>
            <a:off x="7711005" y="5991617"/>
            <a:ext cx="700392" cy="232185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94D431C4-9582-04B6-096E-5DFFCB512396}"/>
              </a:ext>
            </a:extLst>
          </p:cNvPr>
          <p:cNvSpPr txBox="1"/>
          <p:nvPr/>
        </p:nvSpPr>
        <p:spPr>
          <a:xfrm>
            <a:off x="7657449" y="5179341"/>
            <a:ext cx="3545642" cy="400110"/>
          </a:xfrm>
          <a:prstGeom prst="rect">
            <a:avLst/>
          </a:prstGeom>
          <a:solidFill>
            <a:schemeClr val="bg2"/>
          </a:solidFill>
        </p:spPr>
        <p:txBody>
          <a:bodyPr wrap="square" rtlCol="0">
            <a:spAutoFit/>
          </a:bodyPr>
          <a:lstStyle/>
          <a:p>
            <a:r>
              <a:rPr lang="en-US" sz="2000" b="1" dirty="0"/>
              <a:t>SDEs, Brownian motion etc. </a:t>
            </a:r>
            <a:endParaRPr lang="en-US" dirty="0"/>
          </a:p>
        </p:txBody>
      </p:sp>
      <p:graphicFrame>
        <p:nvGraphicFramePr>
          <p:cNvPr id="25" name="Object 24">
            <a:extLst>
              <a:ext uri="{FF2B5EF4-FFF2-40B4-BE49-F238E27FC236}">
                <a16:creationId xmlns:a16="http://schemas.microsoft.com/office/drawing/2014/main" id="{6ADC18AF-993D-5BF1-A3FA-938A0F8E36C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99870485"/>
              </p:ext>
            </p:extLst>
          </p:nvPr>
        </p:nvGraphicFramePr>
        <p:xfrm>
          <a:off x="8893175" y="5720525"/>
          <a:ext cx="2895600" cy="647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2895480" imgH="647640" progId="Equation.DSMT4">
                  <p:embed/>
                </p:oleObj>
              </mc:Choice>
              <mc:Fallback>
                <p:oleObj name="Equation" r:id="rId12" imgW="2895480" imgH="647640" progId="Equation.DSMT4">
                  <p:embed/>
                  <p:pic>
                    <p:nvPicPr>
                      <p:cNvPr id="25" name="Object 24">
                        <a:extLst>
                          <a:ext uri="{FF2B5EF4-FFF2-40B4-BE49-F238E27FC236}">
                            <a16:creationId xmlns:a16="http://schemas.microsoft.com/office/drawing/2014/main" id="{6ADC18AF-993D-5BF1-A3FA-938A0F8E36C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3"/>
                      <a:stretch>
                        <a:fillRect/>
                      </a:stretch>
                    </p:blipFill>
                    <p:spPr>
                      <a:xfrm>
                        <a:off x="8893175" y="5720525"/>
                        <a:ext cx="2895600" cy="6477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" name="Arrow: Left-Right 15">
            <a:extLst>
              <a:ext uri="{FF2B5EF4-FFF2-40B4-BE49-F238E27FC236}">
                <a16:creationId xmlns:a16="http://schemas.microsoft.com/office/drawing/2014/main" id="{2B3EEFC8-4B4D-60B1-130B-EB1C0F1A8B1A}"/>
              </a:ext>
            </a:extLst>
          </p:cNvPr>
          <p:cNvSpPr/>
          <p:nvPr/>
        </p:nvSpPr>
        <p:spPr>
          <a:xfrm>
            <a:off x="6720419" y="5263303"/>
            <a:ext cx="819338" cy="232185"/>
          </a:xfrm>
          <a:prstGeom prst="left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15" name="Object 14">
            <a:extLst>
              <a:ext uri="{FF2B5EF4-FFF2-40B4-BE49-F238E27FC236}">
                <a16:creationId xmlns:a16="http://schemas.microsoft.com/office/drawing/2014/main" id="{E9635302-471F-E19C-492D-DFDB5A86877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66452319"/>
              </p:ext>
            </p:extLst>
          </p:nvPr>
        </p:nvGraphicFramePr>
        <p:xfrm>
          <a:off x="1029556" y="4173013"/>
          <a:ext cx="1358900" cy="647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1358640" imgH="647640" progId="Equation.DSMT4">
                  <p:embed/>
                </p:oleObj>
              </mc:Choice>
              <mc:Fallback>
                <p:oleObj name="Equation" r:id="rId14" imgW="1358640" imgH="647640" progId="Equation.DSMT4">
                  <p:embed/>
                  <p:pic>
                    <p:nvPicPr>
                      <p:cNvPr id="14" name="Object 13">
                        <a:extLst>
                          <a:ext uri="{FF2B5EF4-FFF2-40B4-BE49-F238E27FC236}">
                            <a16:creationId xmlns:a16="http://schemas.microsoft.com/office/drawing/2014/main" id="{BF62BA91-59FE-85B2-04FB-9E2F7E65A0C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5"/>
                      <a:stretch>
                        <a:fillRect/>
                      </a:stretch>
                    </p:blipFill>
                    <p:spPr>
                      <a:xfrm>
                        <a:off x="1029556" y="4173013"/>
                        <a:ext cx="1358900" cy="6477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" name="Object 16">
            <a:extLst>
              <a:ext uri="{FF2B5EF4-FFF2-40B4-BE49-F238E27FC236}">
                <a16:creationId xmlns:a16="http://schemas.microsoft.com/office/drawing/2014/main" id="{D0DD1726-78BB-6954-B695-866A5F59F99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91609499"/>
              </p:ext>
            </p:extLst>
          </p:nvPr>
        </p:nvGraphicFramePr>
        <p:xfrm>
          <a:off x="4348163" y="4173013"/>
          <a:ext cx="2209800" cy="762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6" imgW="2209680" imgH="761760" progId="Equation.DSMT4">
                  <p:embed/>
                </p:oleObj>
              </mc:Choice>
              <mc:Fallback>
                <p:oleObj name="Equation" r:id="rId16" imgW="2209680" imgH="761760" progId="Equation.DSMT4">
                  <p:embed/>
                  <p:pic>
                    <p:nvPicPr>
                      <p:cNvPr id="15" name="Object 14">
                        <a:extLst>
                          <a:ext uri="{FF2B5EF4-FFF2-40B4-BE49-F238E27FC236}">
                            <a16:creationId xmlns:a16="http://schemas.microsoft.com/office/drawing/2014/main" id="{DBDE8A7A-57C3-C91B-02B4-6E66D4B8AB0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7"/>
                      <a:stretch>
                        <a:fillRect/>
                      </a:stretch>
                    </p:blipFill>
                    <p:spPr>
                      <a:xfrm>
                        <a:off x="4348163" y="4173013"/>
                        <a:ext cx="2209800" cy="7620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" name="Object 22">
            <a:extLst>
              <a:ext uri="{FF2B5EF4-FFF2-40B4-BE49-F238E27FC236}">
                <a16:creationId xmlns:a16="http://schemas.microsoft.com/office/drawing/2014/main" id="{907B6EF1-81DE-4B60-8920-C617B3668E6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27705915"/>
              </p:ext>
            </p:extLst>
          </p:nvPr>
        </p:nvGraphicFramePr>
        <p:xfrm>
          <a:off x="8068613" y="4173013"/>
          <a:ext cx="2832100" cy="762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8" imgW="2831760" imgH="761760" progId="Equation.DSMT4">
                  <p:embed/>
                </p:oleObj>
              </mc:Choice>
              <mc:Fallback>
                <p:oleObj name="Equation" r:id="rId18" imgW="2831760" imgH="761760" progId="Equation.DSMT4">
                  <p:embed/>
                  <p:pic>
                    <p:nvPicPr>
                      <p:cNvPr id="17" name="Object 16">
                        <a:extLst>
                          <a:ext uri="{FF2B5EF4-FFF2-40B4-BE49-F238E27FC236}">
                            <a16:creationId xmlns:a16="http://schemas.microsoft.com/office/drawing/2014/main" id="{1C9997EB-E9DF-40BB-8F9B-61A3E824C0F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9"/>
                      <a:stretch>
                        <a:fillRect/>
                      </a:stretch>
                    </p:blipFill>
                    <p:spPr>
                      <a:xfrm>
                        <a:off x="8068613" y="4173013"/>
                        <a:ext cx="2832100" cy="7620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415317921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 descr="A graph with numbers and a line">
            <a:extLst>
              <a:ext uri="{FF2B5EF4-FFF2-40B4-BE49-F238E27FC236}">
                <a16:creationId xmlns:a16="http://schemas.microsoft.com/office/drawing/2014/main" id="{7E0F7065-C1F7-C105-DD22-83A057EB70D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24919" y="2280526"/>
            <a:ext cx="6899644" cy="4024792"/>
          </a:xfrm>
        </p:spPr>
      </p:pic>
      <p:graphicFrame>
        <p:nvGraphicFramePr>
          <p:cNvPr id="6" name="Object 5">
            <a:extLst>
              <a:ext uri="{FF2B5EF4-FFF2-40B4-BE49-F238E27FC236}">
                <a16:creationId xmlns:a16="http://schemas.microsoft.com/office/drawing/2014/main" id="{85E40AAD-B4DA-880F-8CBF-0E774A84151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85104502"/>
              </p:ext>
            </p:extLst>
          </p:nvPr>
        </p:nvGraphicFramePr>
        <p:xfrm>
          <a:off x="750888" y="2354263"/>
          <a:ext cx="2971800" cy="304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2971800" imgH="304560" progId="Equation.DSMT4">
                  <p:embed/>
                </p:oleObj>
              </mc:Choice>
              <mc:Fallback>
                <p:oleObj name="Equation" r:id="rId3" imgW="2971800" imgH="304560" progId="Equation.DSMT4">
                  <p:embed/>
                  <p:pic>
                    <p:nvPicPr>
                      <p:cNvPr id="6" name="Object 5">
                        <a:extLst>
                          <a:ext uri="{FF2B5EF4-FFF2-40B4-BE49-F238E27FC236}">
                            <a16:creationId xmlns:a16="http://schemas.microsoft.com/office/drawing/2014/main" id="{85E40AAD-B4DA-880F-8CBF-0E774A84151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750888" y="2354263"/>
                        <a:ext cx="2971800" cy="3048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352484E7-4752-249E-00EA-BA37D80B3B1B}"/>
              </a:ext>
            </a:extLst>
          </p:cNvPr>
          <p:cNvSpPr txBox="1"/>
          <p:nvPr/>
        </p:nvSpPr>
        <p:spPr>
          <a:xfrm>
            <a:off x="231648" y="6378518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https://commons.wikimedia.org/wiki/File:Linear_Potential2.gif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CB93DCF-99EF-83A6-49C9-B1B82A29F024}"/>
              </a:ext>
            </a:extLst>
          </p:cNvPr>
          <p:cNvSpPr txBox="1"/>
          <p:nvPr/>
        </p:nvSpPr>
        <p:spPr>
          <a:xfrm>
            <a:off x="1505867" y="68384"/>
            <a:ext cx="6474556" cy="40011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2000" b="1" dirty="0"/>
              <a:t>Fokker-Planck equation for probability density </a:t>
            </a:r>
            <a:r>
              <a:rPr lang="en-US" sz="2000" b="1" i="1" dirty="0"/>
              <a:t>p(</a:t>
            </a:r>
            <a:r>
              <a:rPr lang="en-US" sz="2000" b="1" i="1" dirty="0" err="1"/>
              <a:t>x,t</a:t>
            </a:r>
            <a:r>
              <a:rPr lang="en-US" sz="2000" b="1" i="1" dirty="0"/>
              <a:t>) </a:t>
            </a:r>
            <a:endParaRPr lang="en-US" i="1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608B1F1-CBEC-741D-73BF-4ACB3AB9D414}"/>
              </a:ext>
            </a:extLst>
          </p:cNvPr>
          <p:cNvSpPr txBox="1"/>
          <p:nvPr/>
        </p:nvSpPr>
        <p:spPr>
          <a:xfrm>
            <a:off x="85732" y="541694"/>
            <a:ext cx="1193765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Brownian Dynamics simulation for particles in 1-D linear potential compared with the solution of the Fokker-Planck equation.</a:t>
            </a:r>
          </a:p>
        </p:txBody>
      </p:sp>
      <p:graphicFrame>
        <p:nvGraphicFramePr>
          <p:cNvPr id="12" name="Object 11">
            <a:extLst>
              <a:ext uri="{FF2B5EF4-FFF2-40B4-BE49-F238E27FC236}">
                <a16:creationId xmlns:a16="http://schemas.microsoft.com/office/drawing/2014/main" id="{4B7A9624-2E38-3EEE-F827-70D9B0BD0ED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32656648"/>
              </p:ext>
            </p:extLst>
          </p:nvPr>
        </p:nvGraphicFramePr>
        <p:xfrm>
          <a:off x="343379" y="984226"/>
          <a:ext cx="3632200" cy="647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3632040" imgH="647640" progId="Equation.DSMT4">
                  <p:embed/>
                </p:oleObj>
              </mc:Choice>
              <mc:Fallback>
                <p:oleObj name="Equation" r:id="rId5" imgW="3632040" imgH="647640" progId="Equation.DSMT4">
                  <p:embed/>
                  <p:pic>
                    <p:nvPicPr>
                      <p:cNvPr id="12" name="Object 11">
                        <a:extLst>
                          <a:ext uri="{FF2B5EF4-FFF2-40B4-BE49-F238E27FC236}">
                            <a16:creationId xmlns:a16="http://schemas.microsoft.com/office/drawing/2014/main" id="{4B7A9624-2E38-3EEE-F827-70D9B0BD0ED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343379" y="984226"/>
                        <a:ext cx="3632200" cy="6477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" name="Arrow: Up 12">
            <a:extLst>
              <a:ext uri="{FF2B5EF4-FFF2-40B4-BE49-F238E27FC236}">
                <a16:creationId xmlns:a16="http://schemas.microsoft.com/office/drawing/2014/main" id="{6D494260-0ABB-796D-26D6-30DA6F2EDA2E}"/>
              </a:ext>
            </a:extLst>
          </p:cNvPr>
          <p:cNvSpPr/>
          <p:nvPr/>
        </p:nvSpPr>
        <p:spPr>
          <a:xfrm rot="21230905">
            <a:off x="1575881" y="1613482"/>
            <a:ext cx="291830" cy="647700"/>
          </a:xfrm>
          <a:prstGeom prst="up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Arrow: Up 13">
            <a:extLst>
              <a:ext uri="{FF2B5EF4-FFF2-40B4-BE49-F238E27FC236}">
                <a16:creationId xmlns:a16="http://schemas.microsoft.com/office/drawing/2014/main" id="{7C4F8DC3-728E-F0F4-08B4-1AC41A923E54}"/>
              </a:ext>
            </a:extLst>
          </p:cNvPr>
          <p:cNvSpPr/>
          <p:nvPr/>
        </p:nvSpPr>
        <p:spPr>
          <a:xfrm rot="507614">
            <a:off x="2924975" y="1659682"/>
            <a:ext cx="291830" cy="647700"/>
          </a:xfrm>
          <a:prstGeom prst="up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15" name="Object 14">
            <a:extLst>
              <a:ext uri="{FF2B5EF4-FFF2-40B4-BE49-F238E27FC236}">
                <a16:creationId xmlns:a16="http://schemas.microsoft.com/office/drawing/2014/main" id="{AE06320E-C4CA-4672-D187-C885D270A87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04275862"/>
              </p:ext>
            </p:extLst>
          </p:nvPr>
        </p:nvGraphicFramePr>
        <p:xfrm>
          <a:off x="2751702" y="3630539"/>
          <a:ext cx="1663700" cy="609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1663560" imgH="609480" progId="Equation.DSMT4">
                  <p:embed/>
                </p:oleObj>
              </mc:Choice>
              <mc:Fallback>
                <p:oleObj name="Equation" r:id="rId7" imgW="1663560" imgH="609480" progId="Equation.DSMT4">
                  <p:embed/>
                  <p:pic>
                    <p:nvPicPr>
                      <p:cNvPr id="15" name="Object 14">
                        <a:extLst>
                          <a:ext uri="{FF2B5EF4-FFF2-40B4-BE49-F238E27FC236}">
                            <a16:creationId xmlns:a16="http://schemas.microsoft.com/office/drawing/2014/main" id="{AE06320E-C4CA-4672-D187-C885D270A87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2751702" y="3630539"/>
                        <a:ext cx="1663700" cy="609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" name="Object 15">
            <a:extLst>
              <a:ext uri="{FF2B5EF4-FFF2-40B4-BE49-F238E27FC236}">
                <a16:creationId xmlns:a16="http://schemas.microsoft.com/office/drawing/2014/main" id="{C18265EA-3064-8D4A-90EC-753F708434C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50125633"/>
              </p:ext>
            </p:extLst>
          </p:nvPr>
        </p:nvGraphicFramePr>
        <p:xfrm>
          <a:off x="541620" y="3540249"/>
          <a:ext cx="1358900" cy="647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9" imgW="1358640" imgH="647640" progId="Equation.DSMT4">
                  <p:embed/>
                </p:oleObj>
              </mc:Choice>
              <mc:Fallback>
                <p:oleObj name="Equation" r:id="rId9" imgW="1358640" imgH="647640" progId="Equation.DSMT4">
                  <p:embed/>
                  <p:pic>
                    <p:nvPicPr>
                      <p:cNvPr id="16" name="Object 15">
                        <a:extLst>
                          <a:ext uri="{FF2B5EF4-FFF2-40B4-BE49-F238E27FC236}">
                            <a16:creationId xmlns:a16="http://schemas.microsoft.com/office/drawing/2014/main" id="{C18265EA-3064-8D4A-90EC-753F708434C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541620" y="3540249"/>
                        <a:ext cx="1358900" cy="6477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29457C0C-3254-1415-76DA-939CEFBF8BEF}"/>
              </a:ext>
            </a:extLst>
          </p:cNvPr>
          <p:cNvCxnSpPr>
            <a:cxnSpLocks/>
          </p:cNvCxnSpPr>
          <p:nvPr/>
        </p:nvCxnSpPr>
        <p:spPr>
          <a:xfrm flipH="1">
            <a:off x="1332743" y="2789913"/>
            <a:ext cx="346248" cy="696737"/>
          </a:xfrm>
          <a:prstGeom prst="straightConnector1">
            <a:avLst/>
          </a:prstGeom>
          <a:ln w="7302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3A9DDC84-845F-EED1-087A-B30D30B0C3B3}"/>
              </a:ext>
            </a:extLst>
          </p:cNvPr>
          <p:cNvCxnSpPr>
            <a:cxnSpLocks/>
          </p:cNvCxnSpPr>
          <p:nvPr/>
        </p:nvCxnSpPr>
        <p:spPr>
          <a:xfrm>
            <a:off x="3070890" y="2774598"/>
            <a:ext cx="208758" cy="712052"/>
          </a:xfrm>
          <a:prstGeom prst="straightConnector1">
            <a:avLst/>
          </a:prstGeom>
          <a:ln w="7302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D6CBCBD9-64FF-4478-4429-4212C40434D4}"/>
              </a:ext>
            </a:extLst>
          </p:cNvPr>
          <p:cNvSpPr txBox="1"/>
          <p:nvPr/>
        </p:nvSpPr>
        <p:spPr>
          <a:xfrm>
            <a:off x="2609903" y="4410497"/>
            <a:ext cx="1805499" cy="369332"/>
          </a:xfrm>
          <a:prstGeom prst="rect">
            <a:avLst/>
          </a:prstGeom>
          <a:solidFill>
            <a:schemeClr val="bg2"/>
          </a:solidFill>
        </p:spPr>
        <p:txBody>
          <a:bodyPr wrap="square" rtlCol="0">
            <a:spAutoFit/>
          </a:bodyPr>
          <a:lstStyle/>
          <a:p>
            <a:r>
              <a:rPr lang="en-US" dirty="0"/>
              <a:t>Advection eqn.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B5F993C9-8548-E8D3-166D-0B81DEFAEEAA}"/>
              </a:ext>
            </a:extLst>
          </p:cNvPr>
          <p:cNvSpPr txBox="1"/>
          <p:nvPr/>
        </p:nvSpPr>
        <p:spPr>
          <a:xfrm>
            <a:off x="278350" y="4382720"/>
            <a:ext cx="1805499" cy="369332"/>
          </a:xfrm>
          <a:prstGeom prst="rect">
            <a:avLst/>
          </a:prstGeom>
          <a:solidFill>
            <a:schemeClr val="bg2"/>
          </a:solidFill>
        </p:spPr>
        <p:txBody>
          <a:bodyPr wrap="square" rtlCol="0">
            <a:spAutoFit/>
          </a:bodyPr>
          <a:lstStyle/>
          <a:p>
            <a:r>
              <a:rPr lang="en-US" dirty="0"/>
              <a:t>Diffusion eqn.</a:t>
            </a:r>
          </a:p>
        </p:txBody>
      </p:sp>
    </p:spTree>
    <p:extLst>
      <p:ext uri="{BB962C8B-B14F-4D97-AF65-F5344CB8AC3E}">
        <p14:creationId xmlns:p14="http://schemas.microsoft.com/office/powerpoint/2010/main" val="131308850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5010" y="784900"/>
            <a:ext cx="6314702" cy="762610"/>
          </a:xfrm>
          <a:solidFill>
            <a:schemeClr val="bg2"/>
          </a:solidFill>
        </p:spPr>
        <p:txBody>
          <a:bodyPr>
            <a:normAutofit/>
          </a:bodyPr>
          <a:lstStyle/>
          <a:p>
            <a:r>
              <a:rPr lang="en-GB" sz="2800" b="1" dirty="0"/>
              <a:t>Maxwells equations: Electro-magnetism</a:t>
            </a:r>
          </a:p>
        </p:txBody>
      </p:sp>
      <p:graphicFrame>
        <p:nvGraphicFramePr>
          <p:cNvPr id="4" name="Content Placeholder 3"/>
          <p:cNvGraphicFramePr>
            <a:graphicFrameLocks noGrp="1" noChangeAspect="1"/>
          </p:cNvGraphicFramePr>
          <p:nvPr>
            <p:ph idx="1"/>
            <p:extLst>
              <p:ext uri="{D42A27DB-BD31-4B8C-83A1-F6EECF244321}">
                <p14:modId xmlns:p14="http://schemas.microsoft.com/office/powerpoint/2010/main" val="2252701660"/>
              </p:ext>
            </p:extLst>
          </p:nvPr>
        </p:nvGraphicFramePr>
        <p:xfrm>
          <a:off x="612844" y="1642936"/>
          <a:ext cx="2985620" cy="294145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2730240" imgH="2692080" progId="Equation.DSMT4">
                  <p:embed/>
                </p:oleObj>
              </mc:Choice>
              <mc:Fallback>
                <p:oleObj name="Equation" r:id="rId2" imgW="2730240" imgH="2692080" progId="Equation.DSMT4">
                  <p:embed/>
                  <p:pic>
                    <p:nvPicPr>
                      <p:cNvPr id="4" name="Content Placeholder 3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612844" y="1642936"/>
                        <a:ext cx="2985620" cy="294145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2740298" y="1598150"/>
            <a:ext cx="547275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Describes evolution of the electric field </a:t>
            </a:r>
            <a:r>
              <a:rPr lang="en-GB" b="1" i="1" dirty="0"/>
              <a:t>E</a:t>
            </a:r>
            <a:r>
              <a:rPr lang="en-GB" dirty="0"/>
              <a:t> and magnetic field </a:t>
            </a:r>
            <a:r>
              <a:rPr lang="en-GB" b="1" i="1" dirty="0"/>
              <a:t>B</a:t>
            </a:r>
            <a:r>
              <a:rPr lang="en-GB" dirty="0"/>
              <a:t> in the presence of an electric charge density  and current </a:t>
            </a:r>
            <a:r>
              <a:rPr lang="en-GB" b="1" i="1" dirty="0"/>
              <a:t>J</a:t>
            </a:r>
            <a:r>
              <a:rPr lang="en-GB" dirty="0"/>
              <a:t>. </a:t>
            </a:r>
          </a:p>
          <a:p>
            <a:endParaRPr lang="en-GB" dirty="0"/>
          </a:p>
        </p:txBody>
      </p:sp>
      <p:graphicFrame>
        <p:nvGraphicFramePr>
          <p:cNvPr id="7" name="Content Placeholder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34077145"/>
              </p:ext>
            </p:extLst>
          </p:nvPr>
        </p:nvGraphicFramePr>
        <p:xfrm>
          <a:off x="251470" y="5172902"/>
          <a:ext cx="7559842" cy="150045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6400800" imgH="1269720" progId="Equation.DSMT4">
                  <p:embed/>
                </p:oleObj>
              </mc:Choice>
              <mc:Fallback>
                <p:oleObj name="Equation" r:id="rId4" imgW="6400800" imgH="1269720" progId="Equation.DSMT4">
                  <p:embed/>
                  <p:pic>
                    <p:nvPicPr>
                      <p:cNvPr id="7" name="Content Placeholder 3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251470" y="5172902"/>
                        <a:ext cx="7559842" cy="1500459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Title 1">
            <a:extLst>
              <a:ext uri="{FF2B5EF4-FFF2-40B4-BE49-F238E27FC236}">
                <a16:creationId xmlns:a16="http://schemas.microsoft.com/office/drawing/2014/main" id="{4704E9F8-6162-C306-5A4F-8B3326541C57}"/>
              </a:ext>
            </a:extLst>
          </p:cNvPr>
          <p:cNvSpPr txBox="1">
            <a:spLocks/>
          </p:cNvSpPr>
          <p:nvPr/>
        </p:nvSpPr>
        <p:spPr>
          <a:xfrm>
            <a:off x="1709006" y="14492"/>
            <a:ext cx="10482994" cy="581406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 sz="3200" b="1" dirty="0"/>
              <a:t>Common PDEs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6B70658-31DA-5187-996A-1B593BD7BC3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30707" y="4284057"/>
            <a:ext cx="3779053" cy="1339463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E59F69A8-82DC-6FB9-C29D-4E0AC05AD20E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486073" y="2849119"/>
            <a:ext cx="3219854" cy="15498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11676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904" y="687879"/>
            <a:ext cx="6269214" cy="581407"/>
          </a:xfrm>
          <a:solidFill>
            <a:schemeClr val="bg2"/>
          </a:solidFill>
        </p:spPr>
        <p:txBody>
          <a:bodyPr>
            <a:normAutofit/>
          </a:bodyPr>
          <a:lstStyle/>
          <a:p>
            <a:r>
              <a:rPr lang="en-GB" sz="2800" b="1" dirty="0">
                <a:latin typeface="Calibri Light" panose="020F0302020204030204" pitchFamily="34" charset="0"/>
                <a:cs typeface="Calibri Light" panose="020F0302020204030204" pitchFamily="34" charset="0"/>
              </a:rPr>
              <a:t>Black-Scholes Model : Finance</a:t>
            </a:r>
          </a:p>
        </p:txBody>
      </p:sp>
      <p:graphicFrame>
        <p:nvGraphicFramePr>
          <p:cNvPr id="4" name="Content Placeholder 3"/>
          <p:cNvGraphicFramePr>
            <a:graphicFrameLocks noGrp="1" noChangeAspect="1"/>
          </p:cNvGraphicFramePr>
          <p:nvPr>
            <p:ph idx="1"/>
            <p:extLst>
              <p:ext uri="{D42A27DB-BD31-4B8C-83A1-F6EECF244321}">
                <p14:modId xmlns:p14="http://schemas.microsoft.com/office/powerpoint/2010/main" val="3080546706"/>
              </p:ext>
            </p:extLst>
          </p:nvPr>
        </p:nvGraphicFramePr>
        <p:xfrm>
          <a:off x="1739900" y="1889125"/>
          <a:ext cx="5389563" cy="10048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3746160" imgH="698400" progId="Equation.DSMT4">
                  <p:embed/>
                </p:oleObj>
              </mc:Choice>
              <mc:Fallback>
                <p:oleObj name="Equation" r:id="rId2" imgW="3746160" imgH="698400" progId="Equation.DSMT4">
                  <p:embed/>
                  <p:pic>
                    <p:nvPicPr>
                      <p:cNvPr id="4" name="Content Placeholder 3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1739900" y="1889125"/>
                        <a:ext cx="5389563" cy="10048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953309" y="4187157"/>
            <a:ext cx="7694579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dirty="0"/>
              <a:t>the price of a European call or put option over time</a:t>
            </a:r>
          </a:p>
          <a:p>
            <a:endParaRPr lang="en-GB" sz="2400" dirty="0"/>
          </a:p>
          <a:p>
            <a:r>
              <a:rPr lang="en-GB" sz="2400" dirty="0"/>
              <a:t>Where </a:t>
            </a:r>
            <a:r>
              <a:rPr lang="en-GB" sz="2400" b="1" i="1" dirty="0"/>
              <a:t>V</a:t>
            </a:r>
            <a:r>
              <a:rPr lang="en-GB" sz="2400" b="1" dirty="0"/>
              <a:t> </a:t>
            </a:r>
            <a:r>
              <a:rPr lang="en-GB" sz="2400" dirty="0"/>
              <a:t>is the price of the option.</a:t>
            </a:r>
          </a:p>
          <a:p>
            <a:r>
              <a:rPr lang="en-GB" sz="2400" dirty="0"/>
              <a:t>Function of two variables: the stock price </a:t>
            </a:r>
            <a:r>
              <a:rPr lang="en-GB" sz="2400" b="1" i="1" dirty="0"/>
              <a:t>S</a:t>
            </a:r>
            <a:r>
              <a:rPr lang="en-GB" sz="2400" dirty="0"/>
              <a:t> and time </a:t>
            </a:r>
            <a:r>
              <a:rPr lang="en-GB" sz="2400" b="1" i="1" dirty="0"/>
              <a:t>t</a:t>
            </a:r>
            <a:r>
              <a:rPr lang="en-GB" sz="2400" i="1" dirty="0"/>
              <a:t>.</a:t>
            </a:r>
          </a:p>
          <a:p>
            <a:r>
              <a:rPr lang="en-GB" sz="2400" b="1" dirty="0"/>
              <a:t> </a:t>
            </a:r>
            <a:r>
              <a:rPr lang="en-GB" sz="2400" b="1" i="1" dirty="0"/>
              <a:t>r </a:t>
            </a:r>
            <a:r>
              <a:rPr lang="en-GB" sz="2400" b="1" dirty="0"/>
              <a:t> </a:t>
            </a:r>
            <a:r>
              <a:rPr lang="en-GB" sz="2400" dirty="0"/>
              <a:t>is the risk-free interest rate</a:t>
            </a:r>
          </a:p>
          <a:p>
            <a:r>
              <a:rPr lang="el-GR" sz="2400" b="1" dirty="0"/>
              <a:t>σ</a:t>
            </a:r>
            <a:r>
              <a:rPr lang="en-GB" sz="2400" b="1" dirty="0"/>
              <a:t> </a:t>
            </a:r>
            <a:r>
              <a:rPr lang="en-GB" sz="2400" dirty="0"/>
              <a:t> is the volatility.</a:t>
            </a: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15A8C39E-FA77-1715-6802-FC027B09280D}"/>
              </a:ext>
            </a:extLst>
          </p:cNvPr>
          <p:cNvSpPr txBox="1">
            <a:spLocks/>
          </p:cNvSpPr>
          <p:nvPr/>
        </p:nvSpPr>
        <p:spPr>
          <a:xfrm>
            <a:off x="1709006" y="14492"/>
            <a:ext cx="10482994" cy="581406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 sz="3200" b="1" dirty="0"/>
              <a:t>Common PDEs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6B4A8E9-FB21-796F-C699-07254A763CB1}"/>
              </a:ext>
            </a:extLst>
          </p:cNvPr>
          <p:cNvSpPr txBox="1"/>
          <p:nvPr/>
        </p:nvSpPr>
        <p:spPr>
          <a:xfrm>
            <a:off x="2275760" y="3572977"/>
            <a:ext cx="1805499" cy="369332"/>
          </a:xfrm>
          <a:prstGeom prst="rect">
            <a:avLst/>
          </a:prstGeom>
          <a:solidFill>
            <a:schemeClr val="bg2"/>
          </a:solidFill>
        </p:spPr>
        <p:txBody>
          <a:bodyPr wrap="square" rtlCol="0">
            <a:spAutoFit/>
          </a:bodyPr>
          <a:lstStyle/>
          <a:p>
            <a:r>
              <a:rPr lang="en-US" dirty="0"/>
              <a:t>Diffusion term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8111679-EEB3-D1BB-7D90-6198C8AE445E}"/>
              </a:ext>
            </a:extLst>
          </p:cNvPr>
          <p:cNvSpPr txBox="1"/>
          <p:nvPr/>
        </p:nvSpPr>
        <p:spPr>
          <a:xfrm>
            <a:off x="4507619" y="3567441"/>
            <a:ext cx="1805499" cy="369332"/>
          </a:xfrm>
          <a:prstGeom prst="rect">
            <a:avLst/>
          </a:prstGeom>
          <a:solidFill>
            <a:schemeClr val="bg2"/>
          </a:solidFill>
        </p:spPr>
        <p:txBody>
          <a:bodyPr wrap="square" rtlCol="0">
            <a:spAutoFit/>
          </a:bodyPr>
          <a:lstStyle/>
          <a:p>
            <a:r>
              <a:rPr lang="en-US" dirty="0"/>
              <a:t>Advection term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5EC1BD1A-40E4-FCE9-03C7-BAB898179B1F}"/>
              </a:ext>
            </a:extLst>
          </p:cNvPr>
          <p:cNvCxnSpPr>
            <a:cxnSpLocks/>
          </p:cNvCxnSpPr>
          <p:nvPr/>
        </p:nvCxnSpPr>
        <p:spPr>
          <a:xfrm flipV="1">
            <a:off x="2945045" y="2857152"/>
            <a:ext cx="233464" cy="656617"/>
          </a:xfrm>
          <a:prstGeom prst="straightConnector1">
            <a:avLst/>
          </a:prstGeom>
          <a:ln w="7302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38549945-4DF7-535C-684A-B5F3AB99FD7F}"/>
              </a:ext>
            </a:extLst>
          </p:cNvPr>
          <p:cNvCxnSpPr>
            <a:cxnSpLocks/>
          </p:cNvCxnSpPr>
          <p:nvPr/>
        </p:nvCxnSpPr>
        <p:spPr>
          <a:xfrm flipV="1">
            <a:off x="4938922" y="2947726"/>
            <a:ext cx="216738" cy="587400"/>
          </a:xfrm>
          <a:prstGeom prst="straightConnector1">
            <a:avLst/>
          </a:prstGeom>
          <a:ln w="7302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7325074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9840" y="158777"/>
            <a:ext cx="8463783" cy="6341876"/>
          </a:xfrm>
          <a:prstGeom prst="rect">
            <a:avLst/>
          </a:prstGeom>
        </p:spPr>
      </p:pic>
      <p:sp>
        <p:nvSpPr>
          <p:cNvPr id="2" name="TextBox 1"/>
          <p:cNvSpPr txBox="1"/>
          <p:nvPr/>
        </p:nvSpPr>
        <p:spPr>
          <a:xfrm>
            <a:off x="9189141" y="158777"/>
            <a:ext cx="1799925" cy="646331"/>
          </a:xfrm>
          <a:prstGeom prst="rect">
            <a:avLst/>
          </a:prstGeom>
          <a:solidFill>
            <a:schemeClr val="bg2"/>
          </a:solidFill>
        </p:spPr>
        <p:txBody>
          <a:bodyPr wrap="square" rtlCol="0">
            <a:spAutoFit/>
          </a:bodyPr>
          <a:lstStyle/>
          <a:p>
            <a:r>
              <a:rPr lang="en-GB" sz="3600" dirty="0"/>
              <a:t>Fluids</a:t>
            </a:r>
          </a:p>
        </p:txBody>
      </p:sp>
    </p:spTree>
    <p:extLst>
      <p:ext uri="{BB962C8B-B14F-4D97-AF65-F5344CB8AC3E}">
        <p14:creationId xmlns:p14="http://schemas.microsoft.com/office/powerpoint/2010/main" val="239460193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94848" y="-5029"/>
            <a:ext cx="8099881" cy="643856"/>
          </a:xfrm>
          <a:solidFill>
            <a:schemeClr val="accent5">
              <a:lumMod val="20000"/>
              <a:lumOff val="80000"/>
            </a:schemeClr>
          </a:solidFill>
        </p:spPr>
        <p:txBody>
          <a:bodyPr>
            <a:normAutofit fontScale="90000"/>
          </a:bodyPr>
          <a:lstStyle/>
          <a:p>
            <a:r>
              <a:rPr lang="en-GB" b="1" dirty="0" err="1"/>
              <a:t>Navier</a:t>
            </a:r>
            <a:r>
              <a:rPr lang="en-GB" b="1" dirty="0"/>
              <a:t>-Stokes Equations  in Action</a:t>
            </a:r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6016" y="4442374"/>
            <a:ext cx="4254147" cy="2118764"/>
          </a:xfr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3752" y="4599296"/>
            <a:ext cx="3856804" cy="2167382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70515" y="1186936"/>
            <a:ext cx="3583284" cy="2006639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175" y="1059407"/>
            <a:ext cx="3763209" cy="2134169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09042" y="1937565"/>
            <a:ext cx="2851316" cy="22833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783386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84465237"/>
              </p:ext>
            </p:extLst>
          </p:nvPr>
        </p:nvGraphicFramePr>
        <p:xfrm>
          <a:off x="592183" y="1155724"/>
          <a:ext cx="5638800" cy="1460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5638680" imgH="1460160" progId="Equation.DSMT4">
                  <p:embed/>
                </p:oleObj>
              </mc:Choice>
              <mc:Fallback>
                <p:oleObj name="Equation" r:id="rId2" imgW="5638680" imgH="1460160" progId="Equation.DSMT4">
                  <p:embed/>
                  <p:pic>
                    <p:nvPicPr>
                      <p:cNvPr id="2" name="Object 1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592183" y="1155724"/>
                        <a:ext cx="5638800" cy="14605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Rectangle 6"/>
          <p:cNvSpPr/>
          <p:nvPr/>
        </p:nvSpPr>
        <p:spPr>
          <a:xfrm>
            <a:off x="254645" y="381197"/>
            <a:ext cx="6505307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sz="2000" b="1" dirty="0">
                <a:latin typeface="Arial" panose="020B0604020202020204" pitchFamily="34" charset="0"/>
              </a:rPr>
              <a:t>Consider Laplace equation for </a:t>
            </a:r>
            <a:r>
              <a:rPr lang="en-GB" sz="2000" b="1" i="1" dirty="0">
                <a:latin typeface="Arial" panose="020B0604020202020204" pitchFamily="34" charset="0"/>
              </a:rPr>
              <a:t>u(</a:t>
            </a:r>
            <a:r>
              <a:rPr lang="en-GB" sz="2000" b="1" i="1" dirty="0" err="1">
                <a:latin typeface="Arial" panose="020B0604020202020204" pitchFamily="34" charset="0"/>
              </a:rPr>
              <a:t>x,y</a:t>
            </a:r>
            <a:r>
              <a:rPr lang="en-GB" sz="2000" b="1" i="1" dirty="0">
                <a:latin typeface="Arial" panose="020B0604020202020204" pitchFamily="34" charset="0"/>
              </a:rPr>
              <a:t>)</a:t>
            </a:r>
            <a:r>
              <a:rPr lang="en-GB" sz="2000" b="1" dirty="0">
                <a:latin typeface="Arial" panose="020B0604020202020204" pitchFamily="34" charset="0"/>
              </a:rPr>
              <a:t> in a rectangle: </a:t>
            </a:r>
            <a:endParaRPr lang="en-GB" sz="2000" b="1" dirty="0"/>
          </a:p>
        </p:txBody>
      </p:sp>
      <p:sp>
        <p:nvSpPr>
          <p:cNvPr id="8" name="Rectangle 7"/>
          <p:cNvSpPr/>
          <p:nvPr/>
        </p:nvSpPr>
        <p:spPr>
          <a:xfrm>
            <a:off x="592183" y="2961924"/>
            <a:ext cx="6096000" cy="646331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GB" dirty="0">
                <a:latin typeface="Arial" panose="020B0604020202020204" pitchFamily="34" charset="0"/>
              </a:rPr>
              <a:t>Using separation of variables and Fourier series, you can show that solution is:</a:t>
            </a:r>
            <a:endParaRPr lang="en-GB" dirty="0"/>
          </a:p>
        </p:txBody>
      </p:sp>
      <p:graphicFrame>
        <p:nvGraphicFramePr>
          <p:cNvPr id="9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7881524"/>
              </p:ext>
            </p:extLst>
          </p:nvPr>
        </p:nvGraphicFramePr>
        <p:xfrm>
          <a:off x="592183" y="3953955"/>
          <a:ext cx="4851400" cy="698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4851360" imgH="698400" progId="Equation.DSMT4">
                  <p:embed/>
                </p:oleObj>
              </mc:Choice>
              <mc:Fallback>
                <p:oleObj name="Equation" r:id="rId4" imgW="4851360" imgH="698400" progId="Equation.DSMT4">
                  <p:embed/>
                  <p:pic>
                    <p:nvPicPr>
                      <p:cNvPr id="9" name="Object 8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592183" y="3953955"/>
                        <a:ext cx="4851400" cy="6985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10" name="Straight Connector 9"/>
          <p:cNvCxnSpPr/>
          <p:nvPr/>
        </p:nvCxnSpPr>
        <p:spPr>
          <a:xfrm>
            <a:off x="7517117" y="644783"/>
            <a:ext cx="13252" cy="231714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/>
          <p:cNvCxnSpPr/>
          <p:nvPr/>
        </p:nvCxnSpPr>
        <p:spPr>
          <a:xfrm>
            <a:off x="7986338" y="644783"/>
            <a:ext cx="13252" cy="231714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/>
        </p:nvCxnSpPr>
        <p:spPr>
          <a:xfrm>
            <a:off x="8462185" y="644782"/>
            <a:ext cx="13252" cy="231714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/>
          <p:cNvCxnSpPr/>
          <p:nvPr/>
        </p:nvCxnSpPr>
        <p:spPr>
          <a:xfrm>
            <a:off x="8936585" y="644781"/>
            <a:ext cx="13252" cy="231714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/>
          <p:cNvCxnSpPr/>
          <p:nvPr/>
        </p:nvCxnSpPr>
        <p:spPr>
          <a:xfrm>
            <a:off x="9405806" y="644781"/>
            <a:ext cx="13252" cy="231714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/>
          <p:cNvCxnSpPr/>
          <p:nvPr/>
        </p:nvCxnSpPr>
        <p:spPr>
          <a:xfrm>
            <a:off x="9881654" y="644780"/>
            <a:ext cx="13252" cy="231714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 flipV="1">
            <a:off x="7530369" y="644780"/>
            <a:ext cx="2364537" cy="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 flipV="1">
            <a:off x="7523743" y="1141183"/>
            <a:ext cx="2364537" cy="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/>
          <p:cNvCxnSpPr/>
          <p:nvPr/>
        </p:nvCxnSpPr>
        <p:spPr>
          <a:xfrm flipV="1">
            <a:off x="7530369" y="1608257"/>
            <a:ext cx="2364537" cy="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/>
          <p:cNvCxnSpPr/>
          <p:nvPr/>
        </p:nvCxnSpPr>
        <p:spPr>
          <a:xfrm flipV="1">
            <a:off x="7530369" y="2075330"/>
            <a:ext cx="2364537" cy="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/>
          <p:cNvCxnSpPr/>
          <p:nvPr/>
        </p:nvCxnSpPr>
        <p:spPr>
          <a:xfrm flipV="1">
            <a:off x="7517117" y="2536075"/>
            <a:ext cx="2364537" cy="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/>
          <p:cNvCxnSpPr/>
          <p:nvPr/>
        </p:nvCxnSpPr>
        <p:spPr>
          <a:xfrm flipV="1">
            <a:off x="7530369" y="2961921"/>
            <a:ext cx="2364537" cy="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/>
          <p:cNvCxnSpPr/>
          <p:nvPr/>
        </p:nvCxnSpPr>
        <p:spPr>
          <a:xfrm>
            <a:off x="7752522" y="3285089"/>
            <a:ext cx="2129132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/>
          <p:cNvCxnSpPr/>
          <p:nvPr/>
        </p:nvCxnSpPr>
        <p:spPr>
          <a:xfrm flipV="1">
            <a:off x="6926977" y="954157"/>
            <a:ext cx="0" cy="18288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Arc 28"/>
          <p:cNvSpPr/>
          <p:nvPr/>
        </p:nvSpPr>
        <p:spPr>
          <a:xfrm>
            <a:off x="10363200" y="3087757"/>
            <a:ext cx="45719" cy="197332"/>
          </a:xfrm>
          <a:prstGeom prst="arc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0" name="TextBox 29"/>
          <p:cNvSpPr txBox="1"/>
          <p:nvPr/>
        </p:nvSpPr>
        <p:spPr>
          <a:xfrm>
            <a:off x="10177670" y="2961921"/>
            <a:ext cx="46958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019800" y="632504"/>
            <a:ext cx="44307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</a:p>
        </p:txBody>
      </p:sp>
      <p:cxnSp>
        <p:nvCxnSpPr>
          <p:cNvPr id="33" name="Straight Connector 32"/>
          <p:cNvCxnSpPr/>
          <p:nvPr/>
        </p:nvCxnSpPr>
        <p:spPr>
          <a:xfrm>
            <a:off x="9868960" y="1117784"/>
            <a:ext cx="32572" cy="1418289"/>
          </a:xfrm>
          <a:prstGeom prst="line">
            <a:avLst/>
          </a:prstGeom>
          <a:ln w="444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4" name="Object 3">
            <a:extLst>
              <a:ext uri="{FF2B5EF4-FFF2-40B4-BE49-F238E27FC236}">
                <a16:creationId xmlns:a16="http://schemas.microsoft.com/office/drawing/2014/main" id="{296157F9-0002-24BA-672B-4A36ABB23EA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40976704"/>
              </p:ext>
            </p:extLst>
          </p:nvPr>
        </p:nvGraphicFramePr>
        <p:xfrm>
          <a:off x="10067226" y="1562812"/>
          <a:ext cx="928939" cy="51251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368280" imgH="203040" progId="Equation.DSMT4">
                  <p:embed/>
                </p:oleObj>
              </mc:Choice>
              <mc:Fallback>
                <p:oleObj name="Equation" r:id="rId6" imgW="368280" imgH="203040" progId="Equation.DSMT4">
                  <p:embed/>
                  <p:pic>
                    <p:nvPicPr>
                      <p:cNvPr id="4" name="Object 3">
                        <a:extLst>
                          <a:ext uri="{FF2B5EF4-FFF2-40B4-BE49-F238E27FC236}">
                            <a16:creationId xmlns:a16="http://schemas.microsoft.com/office/drawing/2014/main" id="{296157F9-0002-24BA-672B-4A36ABB23EA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10067226" y="1562812"/>
                        <a:ext cx="928939" cy="51251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95763791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8533" y="2132818"/>
            <a:ext cx="5714859" cy="3657510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74230" y="2132818"/>
            <a:ext cx="5714859" cy="3657510"/>
          </a:xfrm>
          <a:prstGeom prst="rect">
            <a:avLst/>
          </a:prstGeom>
        </p:spPr>
      </p:pic>
      <p:graphicFrame>
        <p:nvGraphicFramePr>
          <p:cNvPr id="6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96869938"/>
              </p:ext>
            </p:extLst>
          </p:nvPr>
        </p:nvGraphicFramePr>
        <p:xfrm>
          <a:off x="188533" y="205983"/>
          <a:ext cx="6591104" cy="94898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4851360" imgH="698400" progId="Equation.DSMT4">
                  <p:embed/>
                </p:oleObj>
              </mc:Choice>
              <mc:Fallback>
                <p:oleObj name="Equation" r:id="rId4" imgW="4851360" imgH="698400" progId="Equation.DSMT4">
                  <p:embed/>
                  <p:pic>
                    <p:nvPicPr>
                      <p:cNvPr id="6" name="Object 5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88533" y="205983"/>
                        <a:ext cx="6591104" cy="94898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7078571" y="491063"/>
            <a:ext cx="4585062" cy="3788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/>
              <a:t>n = </a:t>
            </a:r>
            <a:r>
              <a:rPr lang="en-GB" b="1" dirty="0" err="1"/>
              <a:t>Nmax</a:t>
            </a:r>
            <a:r>
              <a:rPr lang="en-GB" b="1" dirty="0"/>
              <a:t> = 21 Upper limit in summation 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0891" y="1763486"/>
            <a:ext cx="105678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2D view  :                                                                                                   3D surface plot :</a:t>
            </a:r>
          </a:p>
        </p:txBody>
      </p:sp>
      <p:cxnSp>
        <p:nvCxnSpPr>
          <p:cNvPr id="3" name="Straight Arrow Connector 2"/>
          <p:cNvCxnSpPr/>
          <p:nvPr/>
        </p:nvCxnSpPr>
        <p:spPr>
          <a:xfrm flipV="1">
            <a:off x="1505521" y="5895833"/>
            <a:ext cx="2988860" cy="4094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/>
          <p:cNvCxnSpPr/>
          <p:nvPr/>
        </p:nvCxnSpPr>
        <p:spPr>
          <a:xfrm flipV="1">
            <a:off x="320440" y="2253763"/>
            <a:ext cx="20754" cy="3415619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611255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/>
          <p:cNvSpPr txBox="1"/>
          <p:nvPr/>
        </p:nvSpPr>
        <p:spPr>
          <a:xfrm>
            <a:off x="600891" y="1763486"/>
            <a:ext cx="105678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2D view  :                                                                                                   3D surface plot :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9958" y="2132818"/>
            <a:ext cx="5714859" cy="3657510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74230" y="2132818"/>
            <a:ext cx="5714859" cy="3657510"/>
          </a:xfrm>
          <a:prstGeom prst="rect">
            <a:avLst/>
          </a:prstGeom>
        </p:spPr>
      </p:pic>
      <p:graphicFrame>
        <p:nvGraphicFramePr>
          <p:cNvPr id="9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76020449"/>
              </p:ext>
            </p:extLst>
          </p:nvPr>
        </p:nvGraphicFramePr>
        <p:xfrm>
          <a:off x="188533" y="205983"/>
          <a:ext cx="6591104" cy="94898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4851360" imgH="698400" progId="Equation.DSMT4">
                  <p:embed/>
                </p:oleObj>
              </mc:Choice>
              <mc:Fallback>
                <p:oleObj name="Equation" r:id="rId4" imgW="4851360" imgH="698400" progId="Equation.DSMT4">
                  <p:embed/>
                  <p:pic>
                    <p:nvPicPr>
                      <p:cNvPr id="9" name="Object 8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88533" y="205983"/>
                        <a:ext cx="6591104" cy="94898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7078571" y="491063"/>
            <a:ext cx="43815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/>
              <a:t>n = </a:t>
            </a:r>
            <a:r>
              <a:rPr lang="en-GB" b="1" dirty="0" err="1"/>
              <a:t>Nmax</a:t>
            </a:r>
            <a:r>
              <a:rPr lang="en-GB" b="1" dirty="0"/>
              <a:t> = 161 Upper limit in summation </a:t>
            </a:r>
          </a:p>
        </p:txBody>
      </p:sp>
      <p:cxnSp>
        <p:nvCxnSpPr>
          <p:cNvPr id="7" name="Straight Arrow Connector 6"/>
          <p:cNvCxnSpPr/>
          <p:nvPr/>
        </p:nvCxnSpPr>
        <p:spPr>
          <a:xfrm flipV="1">
            <a:off x="1505521" y="5895833"/>
            <a:ext cx="2988860" cy="4094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/>
          <p:cNvCxnSpPr/>
          <p:nvPr/>
        </p:nvCxnSpPr>
        <p:spPr>
          <a:xfrm flipV="1">
            <a:off x="320440" y="2253763"/>
            <a:ext cx="20754" cy="3415619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0721854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7541" t="-47840" r="-47541" b="47840"/>
          <a:stretch/>
        </p:blipFill>
        <p:spPr>
          <a:xfrm>
            <a:off x="7204924" y="-1188000"/>
            <a:ext cx="7386917" cy="4885135"/>
          </a:xfrm>
        </p:spPr>
      </p:pic>
      <p:sp>
        <p:nvSpPr>
          <p:cNvPr id="5" name="Title 1"/>
          <p:cNvSpPr>
            <a:spLocks noGrp="1"/>
          </p:cNvSpPr>
          <p:nvPr/>
        </p:nvSpPr>
        <p:spPr>
          <a:xfrm>
            <a:off x="838200" y="2766218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GB"/>
          </a:p>
        </p:txBody>
      </p:sp>
      <p:sp>
        <p:nvSpPr>
          <p:cNvPr id="6" name="Title 1"/>
          <p:cNvSpPr>
            <a:spLocks noGrp="1"/>
          </p:cNvSpPr>
          <p:nvPr/>
        </p:nvSpPr>
        <p:spPr>
          <a:xfrm>
            <a:off x="990600" y="2918618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GB"/>
          </a:p>
        </p:txBody>
      </p:sp>
      <p:sp>
        <p:nvSpPr>
          <p:cNvPr id="7" name="Title 1"/>
          <p:cNvSpPr>
            <a:spLocks noGrp="1"/>
          </p:cNvSpPr>
          <p:nvPr/>
        </p:nvSpPr>
        <p:spPr>
          <a:xfrm>
            <a:off x="5462019" y="2741639"/>
            <a:ext cx="440992" cy="70776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 sz="2800" b="1" i="1" dirty="0"/>
              <a:t>x</a:t>
            </a:r>
          </a:p>
        </p:txBody>
      </p:sp>
      <p:sp>
        <p:nvSpPr>
          <p:cNvPr id="8" name="Title 1"/>
          <p:cNvSpPr>
            <a:spLocks noGrp="1"/>
          </p:cNvSpPr>
          <p:nvPr/>
        </p:nvSpPr>
        <p:spPr>
          <a:xfrm>
            <a:off x="1295400" y="3223418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GB"/>
          </a:p>
        </p:txBody>
      </p:sp>
      <p:sp>
        <p:nvSpPr>
          <p:cNvPr id="9" name="Title 1"/>
          <p:cNvSpPr>
            <a:spLocks noGrp="1"/>
          </p:cNvSpPr>
          <p:nvPr/>
        </p:nvSpPr>
        <p:spPr>
          <a:xfrm>
            <a:off x="1447800" y="3375818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GB"/>
          </a:p>
        </p:txBody>
      </p:sp>
      <p:sp>
        <p:nvSpPr>
          <p:cNvPr id="10" name="Title 1"/>
          <p:cNvSpPr>
            <a:spLocks noGrp="1"/>
          </p:cNvSpPr>
          <p:nvPr/>
        </p:nvSpPr>
        <p:spPr>
          <a:xfrm>
            <a:off x="1600200" y="3528218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GB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925FD12-6A04-B488-60EA-0793798A1A5A}"/>
              </a:ext>
            </a:extLst>
          </p:cNvPr>
          <p:cNvSpPr txBox="1"/>
          <p:nvPr/>
        </p:nvSpPr>
        <p:spPr>
          <a:xfrm>
            <a:off x="3966072" y="1696598"/>
            <a:ext cx="2129928" cy="112703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GB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1D0F9BF-053E-9A09-EC05-1A9ABD2A6E87}"/>
              </a:ext>
            </a:extLst>
          </p:cNvPr>
          <p:cNvSpPr/>
          <p:nvPr/>
        </p:nvSpPr>
        <p:spPr>
          <a:xfrm>
            <a:off x="4230477" y="1487277"/>
            <a:ext cx="2511846" cy="1278941"/>
          </a:xfrm>
          <a:prstGeom prst="rect">
            <a:avLst/>
          </a:prstGeom>
          <a:noFill/>
          <a:ln w="2222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CBB24C0B-0950-C88F-C08B-712186C813EB}"/>
              </a:ext>
            </a:extLst>
          </p:cNvPr>
          <p:cNvCxnSpPr>
            <a:cxnSpLocks/>
          </p:cNvCxnSpPr>
          <p:nvPr/>
        </p:nvCxnSpPr>
        <p:spPr>
          <a:xfrm>
            <a:off x="4076241" y="2918618"/>
            <a:ext cx="1410159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981DC699-923D-AAAB-3F03-A25730F66042}"/>
              </a:ext>
            </a:extLst>
          </p:cNvPr>
          <p:cNvCxnSpPr>
            <a:cxnSpLocks/>
          </p:cNvCxnSpPr>
          <p:nvPr/>
        </p:nvCxnSpPr>
        <p:spPr>
          <a:xfrm flipV="1">
            <a:off x="3966072" y="1696598"/>
            <a:ext cx="0" cy="122202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itle 1">
            <a:extLst>
              <a:ext uri="{FF2B5EF4-FFF2-40B4-BE49-F238E27FC236}">
                <a16:creationId xmlns:a16="http://schemas.microsoft.com/office/drawing/2014/main" id="{FC6CA69D-39A7-9EC1-3857-9FC32927DDE2}"/>
              </a:ext>
            </a:extLst>
          </p:cNvPr>
          <p:cNvSpPr>
            <a:spLocks noGrp="1"/>
          </p:cNvSpPr>
          <p:nvPr/>
        </p:nvSpPr>
        <p:spPr>
          <a:xfrm>
            <a:off x="3657283" y="1152457"/>
            <a:ext cx="440992" cy="70776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 sz="2800" b="1" i="1" dirty="0"/>
              <a:t>y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B500FB99-2FE2-D68E-56E6-FBD3EFABA4E5}"/>
              </a:ext>
            </a:extLst>
          </p:cNvPr>
          <p:cNvSpPr txBox="1"/>
          <p:nvPr/>
        </p:nvSpPr>
        <p:spPr>
          <a:xfrm>
            <a:off x="220020" y="173752"/>
            <a:ext cx="1003636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/>
              <a:t>Examples of boundary value problems :</a:t>
            </a:r>
          </a:p>
        </p:txBody>
      </p:sp>
    </p:spTree>
    <p:extLst>
      <p:ext uri="{BB962C8B-B14F-4D97-AF65-F5344CB8AC3E}">
        <p14:creationId xmlns:p14="http://schemas.microsoft.com/office/powerpoint/2010/main" val="411248484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7541" t="-9631" r="-47541" b="9631"/>
          <a:stretch/>
        </p:blipFill>
        <p:spPr>
          <a:xfrm>
            <a:off x="7204924" y="678384"/>
            <a:ext cx="7386917" cy="4885135"/>
          </a:xfrm>
        </p:spPr>
      </p:pic>
      <p:sp>
        <p:nvSpPr>
          <p:cNvPr id="5" name="Title 1"/>
          <p:cNvSpPr>
            <a:spLocks noGrp="1"/>
          </p:cNvSpPr>
          <p:nvPr/>
        </p:nvSpPr>
        <p:spPr>
          <a:xfrm>
            <a:off x="838200" y="2766218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GB"/>
          </a:p>
        </p:txBody>
      </p:sp>
      <p:sp>
        <p:nvSpPr>
          <p:cNvPr id="6" name="Title 1"/>
          <p:cNvSpPr>
            <a:spLocks noGrp="1"/>
          </p:cNvSpPr>
          <p:nvPr/>
        </p:nvSpPr>
        <p:spPr>
          <a:xfrm>
            <a:off x="990600" y="2918618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GB"/>
          </a:p>
        </p:txBody>
      </p:sp>
      <p:sp>
        <p:nvSpPr>
          <p:cNvPr id="7" name="Title 1"/>
          <p:cNvSpPr>
            <a:spLocks noGrp="1"/>
          </p:cNvSpPr>
          <p:nvPr/>
        </p:nvSpPr>
        <p:spPr>
          <a:xfrm>
            <a:off x="5462019" y="2741639"/>
            <a:ext cx="440992" cy="70776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 sz="2800" b="1" i="1" dirty="0"/>
              <a:t>x</a:t>
            </a:r>
          </a:p>
        </p:txBody>
      </p:sp>
      <p:sp>
        <p:nvSpPr>
          <p:cNvPr id="8" name="Title 1"/>
          <p:cNvSpPr>
            <a:spLocks noGrp="1"/>
          </p:cNvSpPr>
          <p:nvPr/>
        </p:nvSpPr>
        <p:spPr>
          <a:xfrm>
            <a:off x="1295400" y="3223418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GB"/>
          </a:p>
        </p:txBody>
      </p:sp>
      <p:sp>
        <p:nvSpPr>
          <p:cNvPr id="9" name="Title 1"/>
          <p:cNvSpPr>
            <a:spLocks noGrp="1"/>
          </p:cNvSpPr>
          <p:nvPr/>
        </p:nvSpPr>
        <p:spPr>
          <a:xfrm>
            <a:off x="1447800" y="3375818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GB"/>
          </a:p>
        </p:txBody>
      </p:sp>
      <p:sp>
        <p:nvSpPr>
          <p:cNvPr id="10" name="Title 1"/>
          <p:cNvSpPr>
            <a:spLocks noGrp="1"/>
          </p:cNvSpPr>
          <p:nvPr/>
        </p:nvSpPr>
        <p:spPr>
          <a:xfrm>
            <a:off x="1600200" y="3528218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GB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925FD12-6A04-B488-60EA-0793798A1A5A}"/>
              </a:ext>
            </a:extLst>
          </p:cNvPr>
          <p:cNvSpPr txBox="1"/>
          <p:nvPr/>
        </p:nvSpPr>
        <p:spPr>
          <a:xfrm>
            <a:off x="3966072" y="1696598"/>
            <a:ext cx="2129928" cy="112703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GB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1D0F9BF-053E-9A09-EC05-1A9ABD2A6E87}"/>
              </a:ext>
            </a:extLst>
          </p:cNvPr>
          <p:cNvSpPr/>
          <p:nvPr/>
        </p:nvSpPr>
        <p:spPr>
          <a:xfrm>
            <a:off x="4230477" y="1487277"/>
            <a:ext cx="2511846" cy="1278941"/>
          </a:xfrm>
          <a:prstGeom prst="rect">
            <a:avLst/>
          </a:prstGeom>
          <a:noFill/>
          <a:ln w="2222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CBB24C0B-0950-C88F-C08B-712186C813EB}"/>
              </a:ext>
            </a:extLst>
          </p:cNvPr>
          <p:cNvCxnSpPr>
            <a:cxnSpLocks/>
          </p:cNvCxnSpPr>
          <p:nvPr/>
        </p:nvCxnSpPr>
        <p:spPr>
          <a:xfrm>
            <a:off x="4076241" y="2918618"/>
            <a:ext cx="1410159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981DC699-923D-AAAB-3F03-A25730F66042}"/>
              </a:ext>
            </a:extLst>
          </p:cNvPr>
          <p:cNvCxnSpPr>
            <a:cxnSpLocks/>
          </p:cNvCxnSpPr>
          <p:nvPr/>
        </p:nvCxnSpPr>
        <p:spPr>
          <a:xfrm flipV="1">
            <a:off x="3966072" y="1696598"/>
            <a:ext cx="0" cy="122202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itle 1">
            <a:extLst>
              <a:ext uri="{FF2B5EF4-FFF2-40B4-BE49-F238E27FC236}">
                <a16:creationId xmlns:a16="http://schemas.microsoft.com/office/drawing/2014/main" id="{FC6CA69D-39A7-9EC1-3857-9FC32927DDE2}"/>
              </a:ext>
            </a:extLst>
          </p:cNvPr>
          <p:cNvSpPr>
            <a:spLocks noGrp="1"/>
          </p:cNvSpPr>
          <p:nvPr/>
        </p:nvSpPr>
        <p:spPr>
          <a:xfrm>
            <a:off x="3657283" y="1152457"/>
            <a:ext cx="440992" cy="70776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 sz="2800" b="1" i="1" dirty="0"/>
              <a:t>y</a:t>
            </a:r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6E618A66-7CAE-55B4-E95F-4E29E39C2B9E}"/>
              </a:ext>
            </a:extLst>
          </p:cNvPr>
          <p:cNvSpPr/>
          <p:nvPr/>
        </p:nvSpPr>
        <p:spPr>
          <a:xfrm>
            <a:off x="3627119" y="3715786"/>
            <a:ext cx="2610998" cy="2082188"/>
          </a:xfrm>
          <a:custGeom>
            <a:avLst/>
            <a:gdLst>
              <a:gd name="connsiteX0" fmla="*/ 176270 w 2610998"/>
              <a:gd name="connsiteY0" fmla="*/ 1266940 h 2082188"/>
              <a:gd name="connsiteX1" fmla="*/ 121186 w 2610998"/>
              <a:gd name="connsiteY1" fmla="*/ 1311007 h 2082188"/>
              <a:gd name="connsiteX2" fmla="*/ 66101 w 2610998"/>
              <a:gd name="connsiteY2" fmla="*/ 1421176 h 2082188"/>
              <a:gd name="connsiteX3" fmla="*/ 44068 w 2610998"/>
              <a:gd name="connsiteY3" fmla="*/ 1465244 h 2082188"/>
              <a:gd name="connsiteX4" fmla="*/ 33051 w 2610998"/>
              <a:gd name="connsiteY4" fmla="*/ 1520328 h 2082188"/>
              <a:gd name="connsiteX5" fmla="*/ 0 w 2610998"/>
              <a:gd name="connsiteY5" fmla="*/ 1652530 h 2082188"/>
              <a:gd name="connsiteX6" fmla="*/ 11017 w 2610998"/>
              <a:gd name="connsiteY6" fmla="*/ 1949986 h 2082188"/>
              <a:gd name="connsiteX7" fmla="*/ 99152 w 2610998"/>
              <a:gd name="connsiteY7" fmla="*/ 2005070 h 2082188"/>
              <a:gd name="connsiteX8" fmla="*/ 154236 w 2610998"/>
              <a:gd name="connsiteY8" fmla="*/ 2038121 h 2082188"/>
              <a:gd name="connsiteX9" fmla="*/ 209321 w 2610998"/>
              <a:gd name="connsiteY9" fmla="*/ 2049138 h 2082188"/>
              <a:gd name="connsiteX10" fmla="*/ 374574 w 2610998"/>
              <a:gd name="connsiteY10" fmla="*/ 2082188 h 2082188"/>
              <a:gd name="connsiteX11" fmla="*/ 528810 w 2610998"/>
              <a:gd name="connsiteY11" fmla="*/ 2060154 h 2082188"/>
              <a:gd name="connsiteX12" fmla="*/ 594911 w 2610998"/>
              <a:gd name="connsiteY12" fmla="*/ 2027104 h 2082188"/>
              <a:gd name="connsiteX13" fmla="*/ 771181 w 2610998"/>
              <a:gd name="connsiteY13" fmla="*/ 1894901 h 2082188"/>
              <a:gd name="connsiteX14" fmla="*/ 815248 w 2610998"/>
              <a:gd name="connsiteY14" fmla="*/ 1850834 h 2082188"/>
              <a:gd name="connsiteX15" fmla="*/ 892366 w 2610998"/>
              <a:gd name="connsiteY15" fmla="*/ 1740665 h 2082188"/>
              <a:gd name="connsiteX16" fmla="*/ 969484 w 2610998"/>
              <a:gd name="connsiteY16" fmla="*/ 1641513 h 2082188"/>
              <a:gd name="connsiteX17" fmla="*/ 1013552 w 2610998"/>
              <a:gd name="connsiteY17" fmla="*/ 1608463 h 2082188"/>
              <a:gd name="connsiteX18" fmla="*/ 1068636 w 2610998"/>
              <a:gd name="connsiteY18" fmla="*/ 1597446 h 2082188"/>
              <a:gd name="connsiteX19" fmla="*/ 1167788 w 2610998"/>
              <a:gd name="connsiteY19" fmla="*/ 1575412 h 2082188"/>
              <a:gd name="connsiteX20" fmla="*/ 1388125 w 2610998"/>
              <a:gd name="connsiteY20" fmla="*/ 1597446 h 2082188"/>
              <a:gd name="connsiteX21" fmla="*/ 1564395 w 2610998"/>
              <a:gd name="connsiteY21" fmla="*/ 1674564 h 2082188"/>
              <a:gd name="connsiteX22" fmla="*/ 1795750 w 2610998"/>
              <a:gd name="connsiteY22" fmla="*/ 1839817 h 2082188"/>
              <a:gd name="connsiteX23" fmla="*/ 1850834 w 2610998"/>
              <a:gd name="connsiteY23" fmla="*/ 1861851 h 2082188"/>
              <a:gd name="connsiteX24" fmla="*/ 1972019 w 2610998"/>
              <a:gd name="connsiteY24" fmla="*/ 1916935 h 2082188"/>
              <a:gd name="connsiteX25" fmla="*/ 2214391 w 2610998"/>
              <a:gd name="connsiteY25" fmla="*/ 1983036 h 2082188"/>
              <a:gd name="connsiteX26" fmla="*/ 2423711 w 2610998"/>
              <a:gd name="connsiteY26" fmla="*/ 1949986 h 2082188"/>
              <a:gd name="connsiteX27" fmla="*/ 2489812 w 2610998"/>
              <a:gd name="connsiteY27" fmla="*/ 1905918 h 2082188"/>
              <a:gd name="connsiteX28" fmla="*/ 2577947 w 2610998"/>
              <a:gd name="connsiteY28" fmla="*/ 1806767 h 2082188"/>
              <a:gd name="connsiteX29" fmla="*/ 2588964 w 2610998"/>
              <a:gd name="connsiteY29" fmla="*/ 1762699 h 2082188"/>
              <a:gd name="connsiteX30" fmla="*/ 2610998 w 2610998"/>
              <a:gd name="connsiteY30" fmla="*/ 1641513 h 2082188"/>
              <a:gd name="connsiteX31" fmla="*/ 2588964 w 2610998"/>
              <a:gd name="connsiteY31" fmla="*/ 1355075 h 2082188"/>
              <a:gd name="connsiteX32" fmla="*/ 2555913 w 2610998"/>
              <a:gd name="connsiteY32" fmla="*/ 1322024 h 2082188"/>
              <a:gd name="connsiteX33" fmla="*/ 2511846 w 2610998"/>
              <a:gd name="connsiteY33" fmla="*/ 1255923 h 2082188"/>
              <a:gd name="connsiteX34" fmla="*/ 2445745 w 2610998"/>
              <a:gd name="connsiteY34" fmla="*/ 1189822 h 2082188"/>
              <a:gd name="connsiteX35" fmla="*/ 2412694 w 2610998"/>
              <a:gd name="connsiteY35" fmla="*/ 1156771 h 2082188"/>
              <a:gd name="connsiteX36" fmla="*/ 2379644 w 2610998"/>
              <a:gd name="connsiteY36" fmla="*/ 1123721 h 2082188"/>
              <a:gd name="connsiteX37" fmla="*/ 2346593 w 2610998"/>
              <a:gd name="connsiteY37" fmla="*/ 1101687 h 2082188"/>
              <a:gd name="connsiteX38" fmla="*/ 2258458 w 2610998"/>
              <a:gd name="connsiteY38" fmla="*/ 1035586 h 2082188"/>
              <a:gd name="connsiteX39" fmla="*/ 2192357 w 2610998"/>
              <a:gd name="connsiteY39" fmla="*/ 1002535 h 2082188"/>
              <a:gd name="connsiteX40" fmla="*/ 2148289 w 2610998"/>
              <a:gd name="connsiteY40" fmla="*/ 991518 h 2082188"/>
              <a:gd name="connsiteX41" fmla="*/ 2071171 w 2610998"/>
              <a:gd name="connsiteY41" fmla="*/ 958468 h 2082188"/>
              <a:gd name="connsiteX42" fmla="*/ 1949986 w 2610998"/>
              <a:gd name="connsiteY42" fmla="*/ 870333 h 2082188"/>
              <a:gd name="connsiteX43" fmla="*/ 1905918 w 2610998"/>
              <a:gd name="connsiteY43" fmla="*/ 793215 h 2082188"/>
              <a:gd name="connsiteX44" fmla="*/ 1894901 w 2610998"/>
              <a:gd name="connsiteY44" fmla="*/ 749147 h 2082188"/>
              <a:gd name="connsiteX45" fmla="*/ 1872868 w 2610998"/>
              <a:gd name="connsiteY45" fmla="*/ 616945 h 2082188"/>
              <a:gd name="connsiteX46" fmla="*/ 1839817 w 2610998"/>
              <a:gd name="connsiteY46" fmla="*/ 385591 h 2082188"/>
              <a:gd name="connsiteX47" fmla="*/ 1795750 w 2610998"/>
              <a:gd name="connsiteY47" fmla="*/ 253388 h 2082188"/>
              <a:gd name="connsiteX48" fmla="*/ 1784733 w 2610998"/>
              <a:gd name="connsiteY48" fmla="*/ 187287 h 2082188"/>
              <a:gd name="connsiteX49" fmla="*/ 1740665 w 2610998"/>
              <a:gd name="connsiteY49" fmla="*/ 121186 h 2082188"/>
              <a:gd name="connsiteX50" fmla="*/ 1619480 w 2610998"/>
              <a:gd name="connsiteY50" fmla="*/ 11017 h 2082188"/>
              <a:gd name="connsiteX51" fmla="*/ 1553378 w 2610998"/>
              <a:gd name="connsiteY51" fmla="*/ 0 h 2082188"/>
              <a:gd name="connsiteX52" fmla="*/ 1311007 w 2610998"/>
              <a:gd name="connsiteY52" fmla="*/ 22034 h 2082188"/>
              <a:gd name="connsiteX53" fmla="*/ 1255923 w 2610998"/>
              <a:gd name="connsiteY53" fmla="*/ 44068 h 2082188"/>
              <a:gd name="connsiteX54" fmla="*/ 1134738 w 2610998"/>
              <a:gd name="connsiteY54" fmla="*/ 110169 h 2082188"/>
              <a:gd name="connsiteX55" fmla="*/ 1024569 w 2610998"/>
              <a:gd name="connsiteY55" fmla="*/ 253388 h 2082188"/>
              <a:gd name="connsiteX56" fmla="*/ 991518 w 2610998"/>
              <a:gd name="connsiteY56" fmla="*/ 308473 h 2082188"/>
              <a:gd name="connsiteX57" fmla="*/ 958468 w 2610998"/>
              <a:gd name="connsiteY57" fmla="*/ 374574 h 2082188"/>
              <a:gd name="connsiteX58" fmla="*/ 914400 w 2610998"/>
              <a:gd name="connsiteY58" fmla="*/ 429658 h 2082188"/>
              <a:gd name="connsiteX59" fmla="*/ 771181 w 2610998"/>
              <a:gd name="connsiteY59" fmla="*/ 550844 h 2082188"/>
              <a:gd name="connsiteX60" fmla="*/ 638978 w 2610998"/>
              <a:gd name="connsiteY60" fmla="*/ 583894 h 2082188"/>
              <a:gd name="connsiteX61" fmla="*/ 253388 w 2610998"/>
              <a:gd name="connsiteY61" fmla="*/ 594911 h 2082188"/>
              <a:gd name="connsiteX62" fmla="*/ 165253 w 2610998"/>
              <a:gd name="connsiteY62" fmla="*/ 627962 h 2082188"/>
              <a:gd name="connsiteX63" fmla="*/ 77118 w 2610998"/>
              <a:gd name="connsiteY63" fmla="*/ 727113 h 2082188"/>
              <a:gd name="connsiteX64" fmla="*/ 44068 w 2610998"/>
              <a:gd name="connsiteY64" fmla="*/ 760164 h 2082188"/>
              <a:gd name="connsiteX65" fmla="*/ 33051 w 2610998"/>
              <a:gd name="connsiteY65" fmla="*/ 1046603 h 2082188"/>
              <a:gd name="connsiteX66" fmla="*/ 99152 w 2610998"/>
              <a:gd name="connsiteY66" fmla="*/ 1145754 h 2082188"/>
              <a:gd name="connsiteX67" fmla="*/ 143219 w 2610998"/>
              <a:gd name="connsiteY67" fmla="*/ 1211856 h 2082188"/>
              <a:gd name="connsiteX68" fmla="*/ 176270 w 2610998"/>
              <a:gd name="connsiteY68" fmla="*/ 1266940 h 208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</a:cxnLst>
            <a:rect l="l" t="t" r="r" b="b"/>
            <a:pathLst>
              <a:path w="2610998" h="2082188">
                <a:moveTo>
                  <a:pt x="176270" y="1266940"/>
                </a:moveTo>
                <a:cubicBezTo>
                  <a:pt x="172598" y="1283465"/>
                  <a:pt x="136076" y="1292808"/>
                  <a:pt x="121186" y="1311007"/>
                </a:cubicBezTo>
                <a:cubicBezTo>
                  <a:pt x="63856" y="1381077"/>
                  <a:pt x="89423" y="1366757"/>
                  <a:pt x="66101" y="1421176"/>
                </a:cubicBezTo>
                <a:cubicBezTo>
                  <a:pt x="59632" y="1436271"/>
                  <a:pt x="51412" y="1450555"/>
                  <a:pt x="44068" y="1465244"/>
                </a:cubicBezTo>
                <a:cubicBezTo>
                  <a:pt x="40396" y="1483605"/>
                  <a:pt x="37340" y="1502101"/>
                  <a:pt x="33051" y="1520328"/>
                </a:cubicBezTo>
                <a:cubicBezTo>
                  <a:pt x="22647" y="1564544"/>
                  <a:pt x="0" y="1652530"/>
                  <a:pt x="0" y="1652530"/>
                </a:cubicBezTo>
                <a:cubicBezTo>
                  <a:pt x="3672" y="1751682"/>
                  <a:pt x="-5295" y="1852116"/>
                  <a:pt x="11017" y="1949986"/>
                </a:cubicBezTo>
                <a:cubicBezTo>
                  <a:pt x="13750" y="1966385"/>
                  <a:pt x="87384" y="1998532"/>
                  <a:pt x="99152" y="2005070"/>
                </a:cubicBezTo>
                <a:cubicBezTo>
                  <a:pt x="117870" y="2015469"/>
                  <a:pt x="134355" y="2030168"/>
                  <a:pt x="154236" y="2038121"/>
                </a:cubicBezTo>
                <a:cubicBezTo>
                  <a:pt x="171622" y="2045075"/>
                  <a:pt x="191155" y="2044597"/>
                  <a:pt x="209321" y="2049138"/>
                </a:cubicBezTo>
                <a:cubicBezTo>
                  <a:pt x="345073" y="2083075"/>
                  <a:pt x="226504" y="2063679"/>
                  <a:pt x="374574" y="2082188"/>
                </a:cubicBezTo>
                <a:cubicBezTo>
                  <a:pt x="425986" y="2074843"/>
                  <a:pt x="478427" y="2072750"/>
                  <a:pt x="528810" y="2060154"/>
                </a:cubicBezTo>
                <a:cubicBezTo>
                  <a:pt x="552709" y="2054179"/>
                  <a:pt x="573632" y="2039517"/>
                  <a:pt x="594911" y="2027104"/>
                </a:cubicBezTo>
                <a:cubicBezTo>
                  <a:pt x="643727" y="1998628"/>
                  <a:pt x="740521" y="1925561"/>
                  <a:pt x="771181" y="1894901"/>
                </a:cubicBezTo>
                <a:cubicBezTo>
                  <a:pt x="785870" y="1880212"/>
                  <a:pt x="801569" y="1866467"/>
                  <a:pt x="815248" y="1850834"/>
                </a:cubicBezTo>
                <a:cubicBezTo>
                  <a:pt x="836173" y="1826920"/>
                  <a:pt x="878518" y="1762426"/>
                  <a:pt x="892366" y="1740665"/>
                </a:cubicBezTo>
                <a:cubicBezTo>
                  <a:pt x="931128" y="1679753"/>
                  <a:pt x="915104" y="1689095"/>
                  <a:pt x="969484" y="1641513"/>
                </a:cubicBezTo>
                <a:cubicBezTo>
                  <a:pt x="983302" y="1629422"/>
                  <a:pt x="996773" y="1615920"/>
                  <a:pt x="1013552" y="1608463"/>
                </a:cubicBezTo>
                <a:cubicBezTo>
                  <a:pt x="1030663" y="1600858"/>
                  <a:pt x="1050327" y="1601369"/>
                  <a:pt x="1068636" y="1597446"/>
                </a:cubicBezTo>
                <a:lnTo>
                  <a:pt x="1167788" y="1575412"/>
                </a:lnTo>
                <a:cubicBezTo>
                  <a:pt x="1241234" y="1582757"/>
                  <a:pt x="1315746" y="1582970"/>
                  <a:pt x="1388125" y="1597446"/>
                </a:cubicBezTo>
                <a:cubicBezTo>
                  <a:pt x="1402783" y="1600378"/>
                  <a:pt x="1536652" y="1655144"/>
                  <a:pt x="1564395" y="1674564"/>
                </a:cubicBezTo>
                <a:cubicBezTo>
                  <a:pt x="1710587" y="1776899"/>
                  <a:pt x="1413681" y="1686987"/>
                  <a:pt x="1795750" y="1839817"/>
                </a:cubicBezTo>
                <a:cubicBezTo>
                  <a:pt x="1814111" y="1847162"/>
                  <a:pt x="1832716" y="1853924"/>
                  <a:pt x="1850834" y="1861851"/>
                </a:cubicBezTo>
                <a:cubicBezTo>
                  <a:pt x="1891486" y="1879636"/>
                  <a:pt x="1930820" y="1900456"/>
                  <a:pt x="1972019" y="1916935"/>
                </a:cubicBezTo>
                <a:cubicBezTo>
                  <a:pt x="2060285" y="1952242"/>
                  <a:pt x="2117901" y="1960770"/>
                  <a:pt x="2214391" y="1983036"/>
                </a:cubicBezTo>
                <a:cubicBezTo>
                  <a:pt x="2284164" y="1972019"/>
                  <a:pt x="2355689" y="1969032"/>
                  <a:pt x="2423711" y="1949986"/>
                </a:cubicBezTo>
                <a:cubicBezTo>
                  <a:pt x="2449212" y="1942846"/>
                  <a:pt x="2469317" y="1922687"/>
                  <a:pt x="2489812" y="1905918"/>
                </a:cubicBezTo>
                <a:cubicBezTo>
                  <a:pt x="2533859" y="1869880"/>
                  <a:pt x="2546302" y="1848960"/>
                  <a:pt x="2577947" y="1806767"/>
                </a:cubicBezTo>
                <a:cubicBezTo>
                  <a:pt x="2581619" y="1792078"/>
                  <a:pt x="2585679" y="1777480"/>
                  <a:pt x="2588964" y="1762699"/>
                </a:cubicBezTo>
                <a:cubicBezTo>
                  <a:pt x="2599230" y="1716503"/>
                  <a:pt x="2603025" y="1689352"/>
                  <a:pt x="2610998" y="1641513"/>
                </a:cubicBezTo>
                <a:cubicBezTo>
                  <a:pt x="2603653" y="1546034"/>
                  <a:pt x="2605235" y="1449444"/>
                  <a:pt x="2588964" y="1355075"/>
                </a:cubicBezTo>
                <a:cubicBezTo>
                  <a:pt x="2586317" y="1339721"/>
                  <a:pt x="2565478" y="1334322"/>
                  <a:pt x="2555913" y="1322024"/>
                </a:cubicBezTo>
                <a:cubicBezTo>
                  <a:pt x="2539655" y="1301121"/>
                  <a:pt x="2528799" y="1276266"/>
                  <a:pt x="2511846" y="1255923"/>
                </a:cubicBezTo>
                <a:cubicBezTo>
                  <a:pt x="2491898" y="1231985"/>
                  <a:pt x="2467779" y="1211856"/>
                  <a:pt x="2445745" y="1189822"/>
                </a:cubicBezTo>
                <a:lnTo>
                  <a:pt x="2412694" y="1156771"/>
                </a:lnTo>
                <a:cubicBezTo>
                  <a:pt x="2401677" y="1145754"/>
                  <a:pt x="2392607" y="1132363"/>
                  <a:pt x="2379644" y="1123721"/>
                </a:cubicBezTo>
                <a:cubicBezTo>
                  <a:pt x="2368627" y="1116376"/>
                  <a:pt x="2357301" y="1109475"/>
                  <a:pt x="2346593" y="1101687"/>
                </a:cubicBezTo>
                <a:cubicBezTo>
                  <a:pt x="2316894" y="1080088"/>
                  <a:pt x="2291304" y="1052009"/>
                  <a:pt x="2258458" y="1035586"/>
                </a:cubicBezTo>
                <a:cubicBezTo>
                  <a:pt x="2236424" y="1024569"/>
                  <a:pt x="2215229" y="1011684"/>
                  <a:pt x="2192357" y="1002535"/>
                </a:cubicBezTo>
                <a:cubicBezTo>
                  <a:pt x="2178299" y="996912"/>
                  <a:pt x="2162848" y="995678"/>
                  <a:pt x="2148289" y="991518"/>
                </a:cubicBezTo>
                <a:cubicBezTo>
                  <a:pt x="2122587" y="984174"/>
                  <a:pt x="2093200" y="973154"/>
                  <a:pt x="2071171" y="958468"/>
                </a:cubicBezTo>
                <a:cubicBezTo>
                  <a:pt x="2029611" y="930762"/>
                  <a:pt x="1949986" y="870333"/>
                  <a:pt x="1949986" y="870333"/>
                </a:cubicBezTo>
                <a:cubicBezTo>
                  <a:pt x="1931722" y="842937"/>
                  <a:pt x="1917898" y="825162"/>
                  <a:pt x="1905918" y="793215"/>
                </a:cubicBezTo>
                <a:cubicBezTo>
                  <a:pt x="1900601" y="779038"/>
                  <a:pt x="1897691" y="764029"/>
                  <a:pt x="1894901" y="749147"/>
                </a:cubicBezTo>
                <a:cubicBezTo>
                  <a:pt x="1886668" y="705237"/>
                  <a:pt x="1880212" y="661012"/>
                  <a:pt x="1872868" y="616945"/>
                </a:cubicBezTo>
                <a:cubicBezTo>
                  <a:pt x="1863197" y="491225"/>
                  <a:pt x="1871144" y="490014"/>
                  <a:pt x="1839817" y="385591"/>
                </a:cubicBezTo>
                <a:cubicBezTo>
                  <a:pt x="1826469" y="341099"/>
                  <a:pt x="1803387" y="299207"/>
                  <a:pt x="1795750" y="253388"/>
                </a:cubicBezTo>
                <a:cubicBezTo>
                  <a:pt x="1792078" y="231354"/>
                  <a:pt x="1793324" y="207906"/>
                  <a:pt x="1784733" y="187287"/>
                </a:cubicBezTo>
                <a:cubicBezTo>
                  <a:pt x="1774548" y="162843"/>
                  <a:pt x="1756811" y="142176"/>
                  <a:pt x="1740665" y="121186"/>
                </a:cubicBezTo>
                <a:cubicBezTo>
                  <a:pt x="1705599" y="75600"/>
                  <a:pt x="1675154" y="31262"/>
                  <a:pt x="1619480" y="11017"/>
                </a:cubicBezTo>
                <a:cubicBezTo>
                  <a:pt x="1598487" y="3383"/>
                  <a:pt x="1575412" y="3672"/>
                  <a:pt x="1553378" y="0"/>
                </a:cubicBezTo>
                <a:cubicBezTo>
                  <a:pt x="1472588" y="7345"/>
                  <a:pt x="1391255" y="10145"/>
                  <a:pt x="1311007" y="22034"/>
                </a:cubicBezTo>
                <a:cubicBezTo>
                  <a:pt x="1291445" y="24932"/>
                  <a:pt x="1273926" y="35885"/>
                  <a:pt x="1255923" y="44068"/>
                </a:cubicBezTo>
                <a:cubicBezTo>
                  <a:pt x="1197305" y="70712"/>
                  <a:pt x="1187793" y="78335"/>
                  <a:pt x="1134738" y="110169"/>
                </a:cubicBezTo>
                <a:cubicBezTo>
                  <a:pt x="1098015" y="157909"/>
                  <a:pt x="1055557" y="201741"/>
                  <a:pt x="1024569" y="253388"/>
                </a:cubicBezTo>
                <a:cubicBezTo>
                  <a:pt x="1013552" y="271750"/>
                  <a:pt x="1001772" y="289674"/>
                  <a:pt x="991518" y="308473"/>
                </a:cubicBezTo>
                <a:cubicBezTo>
                  <a:pt x="979722" y="330099"/>
                  <a:pt x="971694" y="353791"/>
                  <a:pt x="958468" y="374574"/>
                </a:cubicBezTo>
                <a:cubicBezTo>
                  <a:pt x="945844" y="394412"/>
                  <a:pt x="930349" y="412380"/>
                  <a:pt x="914400" y="429658"/>
                </a:cubicBezTo>
                <a:cubicBezTo>
                  <a:pt x="882444" y="464277"/>
                  <a:pt x="825134" y="531802"/>
                  <a:pt x="771181" y="550844"/>
                </a:cubicBezTo>
                <a:cubicBezTo>
                  <a:pt x="728347" y="565962"/>
                  <a:pt x="684238" y="580042"/>
                  <a:pt x="638978" y="583894"/>
                </a:cubicBezTo>
                <a:cubicBezTo>
                  <a:pt x="510859" y="594798"/>
                  <a:pt x="381918" y="591239"/>
                  <a:pt x="253388" y="594911"/>
                </a:cubicBezTo>
                <a:cubicBezTo>
                  <a:pt x="221343" y="602923"/>
                  <a:pt x="192542" y="606737"/>
                  <a:pt x="165253" y="627962"/>
                </a:cubicBezTo>
                <a:cubicBezTo>
                  <a:pt x="106612" y="673571"/>
                  <a:pt x="119084" y="678153"/>
                  <a:pt x="77118" y="727113"/>
                </a:cubicBezTo>
                <a:cubicBezTo>
                  <a:pt x="66979" y="738942"/>
                  <a:pt x="55085" y="749147"/>
                  <a:pt x="44068" y="760164"/>
                </a:cubicBezTo>
                <a:cubicBezTo>
                  <a:pt x="4496" y="878879"/>
                  <a:pt x="2774" y="857369"/>
                  <a:pt x="33051" y="1046603"/>
                </a:cubicBezTo>
                <a:cubicBezTo>
                  <a:pt x="36207" y="1066331"/>
                  <a:pt x="86987" y="1128376"/>
                  <a:pt x="99152" y="1145754"/>
                </a:cubicBezTo>
                <a:cubicBezTo>
                  <a:pt x="114338" y="1167448"/>
                  <a:pt x="118097" y="1203482"/>
                  <a:pt x="143219" y="1211856"/>
                </a:cubicBezTo>
                <a:cubicBezTo>
                  <a:pt x="181197" y="1224515"/>
                  <a:pt x="179942" y="1250415"/>
                  <a:pt x="176270" y="1266940"/>
                </a:cubicBezTo>
                <a:close/>
              </a:path>
            </a:pathLst>
          </a:custGeom>
          <a:noFill/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B500FB99-2FE2-D68E-56E6-FBD3EFABA4E5}"/>
              </a:ext>
            </a:extLst>
          </p:cNvPr>
          <p:cNvSpPr txBox="1"/>
          <p:nvPr/>
        </p:nvSpPr>
        <p:spPr>
          <a:xfrm>
            <a:off x="220020" y="173752"/>
            <a:ext cx="1003636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/>
              <a:t>Examples of boundary value problems :</a:t>
            </a:r>
          </a:p>
        </p:txBody>
      </p:sp>
    </p:spTree>
    <p:extLst>
      <p:ext uri="{BB962C8B-B14F-4D97-AF65-F5344CB8AC3E}">
        <p14:creationId xmlns:p14="http://schemas.microsoft.com/office/powerpoint/2010/main" val="281717830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3284" b="-43254"/>
          <a:stretch/>
        </p:blipFill>
        <p:spPr>
          <a:xfrm>
            <a:off x="118333" y="4346713"/>
            <a:ext cx="8171307" cy="3742857"/>
          </a:xfrm>
        </p:spPr>
      </p:pic>
      <p:sp>
        <p:nvSpPr>
          <p:cNvPr id="2" name="TextBox 1"/>
          <p:cNvSpPr txBox="1"/>
          <p:nvPr/>
        </p:nvSpPr>
        <p:spPr>
          <a:xfrm>
            <a:off x="118333" y="150607"/>
            <a:ext cx="73092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/>
              <a:t>Finite Differences: Define a grid… consider a 1D-problem for the moment</a:t>
            </a:r>
          </a:p>
        </p:txBody>
      </p:sp>
    </p:spTree>
    <p:extLst>
      <p:ext uri="{BB962C8B-B14F-4D97-AF65-F5344CB8AC3E}">
        <p14:creationId xmlns:p14="http://schemas.microsoft.com/office/powerpoint/2010/main" val="45169024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94579" y="3717045"/>
            <a:ext cx="6624811" cy="293941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38023" y="172528"/>
            <a:ext cx="33125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Let us take a Simple approach…</a:t>
            </a:r>
          </a:p>
        </p:txBody>
      </p:sp>
    </p:spTree>
    <p:extLst>
      <p:ext uri="{BB962C8B-B14F-4D97-AF65-F5344CB8AC3E}">
        <p14:creationId xmlns:p14="http://schemas.microsoft.com/office/powerpoint/2010/main" val="190261195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1"/>
            <a:ext cx="10515600" cy="940904"/>
          </a:xfrm>
        </p:spPr>
        <p:txBody>
          <a:bodyPr>
            <a:normAutofit/>
          </a:bodyPr>
          <a:lstStyle/>
          <a:p>
            <a:r>
              <a:rPr lang="en-GB" sz="2800" b="1" dirty="0"/>
              <a:t>Our first finite difference method </a:t>
            </a:r>
            <a:r>
              <a:rPr lang="en-GB" sz="2800" b="1"/>
              <a:t>: consider the ode</a:t>
            </a:r>
            <a:endParaRPr lang="en-GB" sz="2800" b="1" dirty="0"/>
          </a:p>
        </p:txBody>
      </p:sp>
      <p:graphicFrame>
        <p:nvGraphicFramePr>
          <p:cNvPr id="4" name="Object 3"/>
          <p:cNvGraphicFramePr>
            <a:graphicFrameLocks noChangeAspect="1"/>
          </p:cNvGraphicFramePr>
          <p:nvPr/>
        </p:nvGraphicFramePr>
        <p:xfrm>
          <a:off x="252067" y="768626"/>
          <a:ext cx="4186986" cy="121919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3314520" imgH="965160" progId="Equation.DSMT4">
                  <p:embed/>
                </p:oleObj>
              </mc:Choice>
              <mc:Fallback>
                <p:oleObj name="Equation" r:id="rId2" imgW="3314520" imgH="965160" progId="Equation.DSMT4">
                  <p:embed/>
                  <p:pic>
                    <p:nvPicPr>
                      <p:cNvPr id="4" name="Object 3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252067" y="768626"/>
                        <a:ext cx="4186986" cy="1219199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41863917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1"/>
            <a:ext cx="10515600" cy="940904"/>
          </a:xfrm>
        </p:spPr>
        <p:txBody>
          <a:bodyPr>
            <a:normAutofit/>
          </a:bodyPr>
          <a:lstStyle/>
          <a:p>
            <a:r>
              <a:rPr lang="en-GB" sz="2800" b="1" dirty="0"/>
              <a:t>Our first finite difference method </a:t>
            </a:r>
            <a:r>
              <a:rPr lang="en-GB" sz="2800" b="1"/>
              <a:t>: consider the ode</a:t>
            </a:r>
            <a:endParaRPr lang="en-GB" sz="2800" b="1" dirty="0"/>
          </a:p>
        </p:txBody>
      </p:sp>
      <p:graphicFrame>
        <p:nvGraphicFramePr>
          <p:cNvPr id="4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1338702"/>
              </p:ext>
            </p:extLst>
          </p:nvPr>
        </p:nvGraphicFramePr>
        <p:xfrm>
          <a:off x="252067" y="768626"/>
          <a:ext cx="4186986" cy="121919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3314520" imgH="965160" progId="Equation.DSMT4">
                  <p:embed/>
                </p:oleObj>
              </mc:Choice>
              <mc:Fallback>
                <p:oleObj name="Equation" r:id="rId2" imgW="3314520" imgH="965160" progId="Equation.DSMT4">
                  <p:embed/>
                  <p:pic>
                    <p:nvPicPr>
                      <p:cNvPr id="4" name="Object 3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252067" y="768626"/>
                        <a:ext cx="4186986" cy="1219199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5" name="Content Placeholder 3"/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2267" b="9821"/>
          <a:stretch/>
        </p:blipFill>
        <p:spPr>
          <a:xfrm>
            <a:off x="4283213" y="1045066"/>
            <a:ext cx="8488907" cy="252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276796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809" y="727822"/>
            <a:ext cx="10515600" cy="523875"/>
          </a:xfrm>
        </p:spPr>
        <p:txBody>
          <a:bodyPr>
            <a:normAutofit fontScale="90000"/>
          </a:bodyPr>
          <a:lstStyle/>
          <a:p>
            <a:r>
              <a:rPr lang="en-GB" dirty="0"/>
              <a:t>Homework:</a:t>
            </a:r>
            <a:br>
              <a:rPr lang="en-GB" dirty="0"/>
            </a:br>
            <a:endParaRPr lang="en-GB" dirty="0"/>
          </a:p>
        </p:txBody>
      </p:sp>
      <p:graphicFrame>
        <p:nvGraphicFramePr>
          <p:cNvPr id="4" name="Content Placeholder 3"/>
          <p:cNvGraphicFramePr>
            <a:graphicFrameLocks noGrp="1" noChangeAspect="1"/>
          </p:cNvGraphicFramePr>
          <p:nvPr>
            <p:ph idx="1"/>
            <p:extLst>
              <p:ext uri="{D42A27DB-BD31-4B8C-83A1-F6EECF244321}">
                <p14:modId xmlns:p14="http://schemas.microsoft.com/office/powerpoint/2010/main" val="1005803512"/>
              </p:ext>
            </p:extLst>
          </p:nvPr>
        </p:nvGraphicFramePr>
        <p:xfrm>
          <a:off x="4438650" y="1022151"/>
          <a:ext cx="3314700" cy="965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3314520" imgH="965160" progId="Equation.DSMT4">
                  <p:embed/>
                </p:oleObj>
              </mc:Choice>
              <mc:Fallback>
                <p:oleObj name="Equation" r:id="rId2" imgW="3314520" imgH="965160" progId="Equation.DSMT4">
                  <p:embed/>
                  <p:pic>
                    <p:nvPicPr>
                      <p:cNvPr id="4" name="Content Placeholder 3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4438650" y="1022151"/>
                        <a:ext cx="3314700" cy="9652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927100" y="1022151"/>
            <a:ext cx="27940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Solve on your computer and compare your numerical solution with the exact solution.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3" name="Ink 2"/>
              <p14:cNvContentPartPr/>
              <p14:nvPr/>
            </p14:nvContentPartPr>
            <p14:xfrm>
              <a:off x="1808640" y="2281680"/>
              <a:ext cx="6037920" cy="2378520"/>
            </p14:xfrm>
          </p:contentPart>
        </mc:Choice>
        <mc:Fallback xmlns="">
          <p:pic>
            <p:nvPicPr>
              <p:cNvPr id="3" name="Ink 2"/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1803600" y="2271600"/>
                <a:ext cx="6052320" cy="23990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22986400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799</TotalTime>
  <Words>494</Words>
  <Application>Microsoft Office PowerPoint</Application>
  <PresentationFormat>Widescreen</PresentationFormat>
  <Paragraphs>122</Paragraphs>
  <Slides>30</Slides>
  <Notes>0</Notes>
  <HiddenSlides>0</HiddenSlides>
  <MMClips>8</MMClips>
  <ScaleCrop>false</ScaleCrop>
  <HeadingPairs>
    <vt:vector size="8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6" baseType="lpstr">
      <vt:lpstr>Arial</vt:lpstr>
      <vt:lpstr>Calibri</vt:lpstr>
      <vt:lpstr>Calibri Light</vt:lpstr>
      <vt:lpstr>Times New Roman</vt:lpstr>
      <vt:lpstr>Office Theme</vt:lpstr>
      <vt:lpstr>Equation</vt:lpstr>
      <vt:lpstr>  MATH60025/MATH70025: 2024-2025         Lecture 1 : Brief Motivation   </vt:lpstr>
      <vt:lpstr>Common PDEs</vt:lpstr>
      <vt:lpstr>Common PDEs</vt:lpstr>
      <vt:lpstr>Common PDEs</vt:lpstr>
      <vt:lpstr>Common PDEs</vt:lpstr>
      <vt:lpstr>Common PDEs</vt:lpstr>
      <vt:lpstr>Common PDEs</vt:lpstr>
      <vt:lpstr>Common PDEs</vt:lpstr>
      <vt:lpstr>Common PDEs</vt:lpstr>
      <vt:lpstr>Common PDEs</vt:lpstr>
      <vt:lpstr>Common PDEs</vt:lpstr>
      <vt:lpstr>Common PDEs</vt:lpstr>
      <vt:lpstr>Common PDEs</vt:lpstr>
      <vt:lpstr>Common PDEs</vt:lpstr>
      <vt:lpstr>Common PDEs</vt:lpstr>
      <vt:lpstr>PowerPoint Presentation</vt:lpstr>
      <vt:lpstr>Maxwells equations: Electro-magnetism</vt:lpstr>
      <vt:lpstr>Black-Scholes Model : Finance</vt:lpstr>
      <vt:lpstr>PowerPoint Presentation</vt:lpstr>
      <vt:lpstr>Navier-Stokes Equations  in Action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Our first finite difference method : consider the ode</vt:lpstr>
      <vt:lpstr>Our first finite difference method : consider the ode</vt:lpstr>
      <vt:lpstr>Homework: </vt:lpstr>
    </vt:vector>
  </TitlesOfParts>
  <Company>Imperial College London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M3N10/M4N10/M5N10: 2020-2021 Computational Partial Dierential Equations  Dr Shahid Mughal Email: s.mughal@imperial.ac.uk   25-27 lectures + Surgery hours. Assessment 100% by projects</dc:title>
  <dc:creator>Mughal, M. S.</dc:creator>
  <cp:lastModifiedBy>Mughal, M. S.</cp:lastModifiedBy>
  <cp:revision>85</cp:revision>
  <cp:lastPrinted>2021-01-13T01:25:09Z</cp:lastPrinted>
  <dcterms:created xsi:type="dcterms:W3CDTF">2021-01-11T16:44:25Z</dcterms:created>
  <dcterms:modified xsi:type="dcterms:W3CDTF">2025-01-08T23:12:45Z</dcterms:modified>
</cp:coreProperties>
</file>