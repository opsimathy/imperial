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0" r:id="rId3"/>
    <p:sldId id="257" r:id="rId4"/>
    <p:sldId id="259" r:id="rId5"/>
    <p:sldId id="258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416451F-DA67-B344-A25D-93ADFF9EF0D5}" v="1" dt="2023-10-05T09:28:09.84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00" autoAdjust="0"/>
    <p:restoredTop sz="94660"/>
  </p:normalViewPr>
  <p:slideViewPr>
    <p:cSldViewPr snapToGrid="0">
      <p:cViewPr varScale="1">
        <p:scale>
          <a:sx n="128" d="100"/>
          <a:sy n="128" d="100"/>
        </p:scale>
        <p:origin x="20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ike-Burke, Ciara M" userId="S::cpikebur@ic.ac.uk::0ecc27ba-3bee-4181-b72b-dc6e5111cf84" providerId="AD" clId="Web-{65C0FA5E-3E47-F340-A592-86A1A440DC4A}"/>
    <pc:docChg chg="modSld">
      <pc:chgData name="Pike-Burke, Ciara M" userId="S::cpikebur@ic.ac.uk::0ecc27ba-3bee-4181-b72b-dc6e5111cf84" providerId="AD" clId="Web-{65C0FA5E-3E47-F340-A592-86A1A440DC4A}" dt="2022-11-03T17:07:29.900" v="10" actId="20577"/>
      <pc:docMkLst>
        <pc:docMk/>
      </pc:docMkLst>
      <pc:sldChg chg="modSp">
        <pc:chgData name="Pike-Burke, Ciara M" userId="S::cpikebur@ic.ac.uk::0ecc27ba-3bee-4181-b72b-dc6e5111cf84" providerId="AD" clId="Web-{65C0FA5E-3E47-F340-A592-86A1A440DC4A}" dt="2022-11-03T17:07:29.900" v="10" actId="20577"/>
        <pc:sldMkLst>
          <pc:docMk/>
          <pc:sldMk cId="2241539318" sldId="258"/>
        </pc:sldMkLst>
        <pc:spChg chg="mod">
          <ac:chgData name="Pike-Burke, Ciara M" userId="S::cpikebur@ic.ac.uk::0ecc27ba-3bee-4181-b72b-dc6e5111cf84" providerId="AD" clId="Web-{65C0FA5E-3E47-F340-A592-86A1A440DC4A}" dt="2022-11-03T17:07:29.900" v="10" actId="20577"/>
          <ac:spMkLst>
            <pc:docMk/>
            <pc:sldMk cId="2241539318" sldId="258"/>
            <ac:spMk id="3" creationId="{4D0BB636-7EA9-2964-C41C-8A7F4963E187}"/>
          </ac:spMkLst>
        </pc:spChg>
      </pc:sldChg>
    </pc:docChg>
  </pc:docChgLst>
  <pc:docChgLst>
    <pc:chgData name="Pike-Burke, Ciara M" userId="S::cpikebur@ic.ac.uk::0ecc27ba-3bee-4181-b72b-dc6e5111cf84" providerId="AD" clId="Web-{5D7BBE4B-4DC6-42E7-AC1D-53C24D9E4ABB}"/>
    <pc:docChg chg="addSld modSld">
      <pc:chgData name="Pike-Burke, Ciara M" userId="S::cpikebur@ic.ac.uk::0ecc27ba-3bee-4181-b72b-dc6e5111cf84" providerId="AD" clId="Web-{5D7BBE4B-4DC6-42E7-AC1D-53C24D9E4ABB}" dt="2022-09-26T14:18:33.122" v="450" actId="20577"/>
      <pc:docMkLst>
        <pc:docMk/>
      </pc:docMkLst>
      <pc:sldChg chg="modSp">
        <pc:chgData name="Pike-Burke, Ciara M" userId="S::cpikebur@ic.ac.uk::0ecc27ba-3bee-4181-b72b-dc6e5111cf84" providerId="AD" clId="Web-{5D7BBE4B-4DC6-42E7-AC1D-53C24D9E4ABB}" dt="2022-09-26T10:11:32.465" v="196" actId="20577"/>
        <pc:sldMkLst>
          <pc:docMk/>
          <pc:sldMk cId="109857222" sldId="256"/>
        </pc:sldMkLst>
        <pc:spChg chg="mod">
          <ac:chgData name="Pike-Burke, Ciara M" userId="S::cpikebur@ic.ac.uk::0ecc27ba-3bee-4181-b72b-dc6e5111cf84" providerId="AD" clId="Web-{5D7BBE4B-4DC6-42E7-AC1D-53C24D9E4ABB}" dt="2022-09-26T08:33:05.708" v="19" actId="20577"/>
          <ac:spMkLst>
            <pc:docMk/>
            <pc:sldMk cId="109857222" sldId="256"/>
            <ac:spMk id="2" creationId="{00000000-0000-0000-0000-000000000000}"/>
          </ac:spMkLst>
        </pc:spChg>
        <pc:spChg chg="mod">
          <ac:chgData name="Pike-Burke, Ciara M" userId="S::cpikebur@ic.ac.uk::0ecc27ba-3bee-4181-b72b-dc6e5111cf84" providerId="AD" clId="Web-{5D7BBE4B-4DC6-42E7-AC1D-53C24D9E4ABB}" dt="2022-09-26T10:11:32.465" v="196" actId="20577"/>
          <ac:spMkLst>
            <pc:docMk/>
            <pc:sldMk cId="109857222" sldId="256"/>
            <ac:spMk id="3" creationId="{00000000-0000-0000-0000-000000000000}"/>
          </ac:spMkLst>
        </pc:spChg>
      </pc:sldChg>
      <pc:sldChg chg="modSp new">
        <pc:chgData name="Pike-Burke, Ciara M" userId="S::cpikebur@ic.ac.uk::0ecc27ba-3bee-4181-b72b-dc6e5111cf84" providerId="AD" clId="Web-{5D7BBE4B-4DC6-42E7-AC1D-53C24D9E4ABB}" dt="2022-09-26T10:23:30.056" v="448" actId="20577"/>
        <pc:sldMkLst>
          <pc:docMk/>
          <pc:sldMk cId="2457431624" sldId="257"/>
        </pc:sldMkLst>
        <pc:spChg chg="mod">
          <ac:chgData name="Pike-Burke, Ciara M" userId="S::cpikebur@ic.ac.uk::0ecc27ba-3bee-4181-b72b-dc6e5111cf84" providerId="AD" clId="Web-{5D7BBE4B-4DC6-42E7-AC1D-53C24D9E4ABB}" dt="2022-09-26T10:06:39.828" v="23" actId="20577"/>
          <ac:spMkLst>
            <pc:docMk/>
            <pc:sldMk cId="2457431624" sldId="257"/>
            <ac:spMk id="2" creationId="{D3ADBEB8-F750-B3BF-49F0-6E41FCDFB3CE}"/>
          </ac:spMkLst>
        </pc:spChg>
        <pc:spChg chg="mod">
          <ac:chgData name="Pike-Burke, Ciara M" userId="S::cpikebur@ic.ac.uk::0ecc27ba-3bee-4181-b72b-dc6e5111cf84" providerId="AD" clId="Web-{5D7BBE4B-4DC6-42E7-AC1D-53C24D9E4ABB}" dt="2022-09-26T10:23:30.056" v="448" actId="20577"/>
          <ac:spMkLst>
            <pc:docMk/>
            <pc:sldMk cId="2457431624" sldId="257"/>
            <ac:spMk id="3" creationId="{ABD7B8C9-604F-36F0-7B9B-4E35A2237EB2}"/>
          </ac:spMkLst>
        </pc:spChg>
      </pc:sldChg>
      <pc:sldChg chg="modSp new">
        <pc:chgData name="Pike-Burke, Ciara M" userId="S::cpikebur@ic.ac.uk::0ecc27ba-3bee-4181-b72b-dc6e5111cf84" providerId="AD" clId="Web-{5D7BBE4B-4DC6-42E7-AC1D-53C24D9E4ABB}" dt="2022-09-26T14:18:33.122" v="450" actId="20577"/>
        <pc:sldMkLst>
          <pc:docMk/>
          <pc:sldMk cId="2241539318" sldId="258"/>
        </pc:sldMkLst>
        <pc:spChg chg="mod">
          <ac:chgData name="Pike-Burke, Ciara M" userId="S::cpikebur@ic.ac.uk::0ecc27ba-3bee-4181-b72b-dc6e5111cf84" providerId="AD" clId="Web-{5D7BBE4B-4DC6-42E7-AC1D-53C24D9E4ABB}" dt="2022-09-26T10:11:39.715" v="198" actId="20577"/>
          <ac:spMkLst>
            <pc:docMk/>
            <pc:sldMk cId="2241539318" sldId="258"/>
            <ac:spMk id="2" creationId="{CFA53785-AC03-1890-EDE7-170808CFDFE0}"/>
          </ac:spMkLst>
        </pc:spChg>
        <pc:spChg chg="mod">
          <ac:chgData name="Pike-Burke, Ciara M" userId="S::cpikebur@ic.ac.uk::0ecc27ba-3bee-4181-b72b-dc6e5111cf84" providerId="AD" clId="Web-{5D7BBE4B-4DC6-42E7-AC1D-53C24D9E4ABB}" dt="2022-09-26T14:18:33.122" v="450" actId="20577"/>
          <ac:spMkLst>
            <pc:docMk/>
            <pc:sldMk cId="2241539318" sldId="258"/>
            <ac:spMk id="3" creationId="{4D0BB636-7EA9-2964-C41C-8A7F4963E187}"/>
          </ac:spMkLst>
        </pc:spChg>
      </pc:sldChg>
    </pc:docChg>
  </pc:docChgLst>
  <pc:docChgLst>
    <pc:chgData name="Pike-Burke, Ciara M" userId="0ecc27ba-3bee-4181-b72b-dc6e5111cf84" providerId="ADAL" clId="{F416451F-DA67-B344-A25D-93ADFF9EF0D5}"/>
    <pc:docChg chg="custSel addSld modSld">
      <pc:chgData name="Pike-Burke, Ciara M" userId="0ecc27ba-3bee-4181-b72b-dc6e5111cf84" providerId="ADAL" clId="{F416451F-DA67-B344-A25D-93ADFF9EF0D5}" dt="2023-10-05T09:28:09.840" v="895"/>
      <pc:docMkLst>
        <pc:docMk/>
      </pc:docMkLst>
      <pc:sldChg chg="modSp mod">
        <pc:chgData name="Pike-Burke, Ciara M" userId="0ecc27ba-3bee-4181-b72b-dc6e5111cf84" providerId="ADAL" clId="{F416451F-DA67-B344-A25D-93ADFF9EF0D5}" dt="2023-10-03T10:51:38.953" v="419" actId="27636"/>
        <pc:sldMkLst>
          <pc:docMk/>
          <pc:sldMk cId="109857222" sldId="256"/>
        </pc:sldMkLst>
        <pc:spChg chg="mod">
          <ac:chgData name="Pike-Burke, Ciara M" userId="0ecc27ba-3bee-4181-b72b-dc6e5111cf84" providerId="ADAL" clId="{F416451F-DA67-B344-A25D-93ADFF9EF0D5}" dt="2023-10-03T10:51:38.953" v="419" actId="27636"/>
          <ac:spMkLst>
            <pc:docMk/>
            <pc:sldMk cId="109857222" sldId="256"/>
            <ac:spMk id="3" creationId="{00000000-0000-0000-0000-000000000000}"/>
          </ac:spMkLst>
        </pc:spChg>
      </pc:sldChg>
      <pc:sldChg chg="modSp mod">
        <pc:chgData name="Pike-Burke, Ciara M" userId="0ecc27ba-3bee-4181-b72b-dc6e5111cf84" providerId="ADAL" clId="{F416451F-DA67-B344-A25D-93ADFF9EF0D5}" dt="2023-10-03T10:41:27.117" v="370" actId="20577"/>
        <pc:sldMkLst>
          <pc:docMk/>
          <pc:sldMk cId="2457431624" sldId="257"/>
        </pc:sldMkLst>
        <pc:spChg chg="mod">
          <ac:chgData name="Pike-Burke, Ciara M" userId="0ecc27ba-3bee-4181-b72b-dc6e5111cf84" providerId="ADAL" clId="{F416451F-DA67-B344-A25D-93ADFF9EF0D5}" dt="2023-10-03T10:39:37.057" v="64" actId="20577"/>
          <ac:spMkLst>
            <pc:docMk/>
            <pc:sldMk cId="2457431624" sldId="257"/>
            <ac:spMk id="2" creationId="{D3ADBEB8-F750-B3BF-49F0-6E41FCDFB3CE}"/>
          </ac:spMkLst>
        </pc:spChg>
        <pc:spChg chg="mod">
          <ac:chgData name="Pike-Burke, Ciara M" userId="0ecc27ba-3bee-4181-b72b-dc6e5111cf84" providerId="ADAL" clId="{F416451F-DA67-B344-A25D-93ADFF9EF0D5}" dt="2023-10-03T10:41:27.117" v="370" actId="20577"/>
          <ac:spMkLst>
            <pc:docMk/>
            <pc:sldMk cId="2457431624" sldId="257"/>
            <ac:spMk id="3" creationId="{ABD7B8C9-604F-36F0-7B9B-4E35A2237EB2}"/>
          </ac:spMkLst>
        </pc:spChg>
      </pc:sldChg>
      <pc:sldChg chg="modSp mod">
        <pc:chgData name="Pike-Burke, Ciara M" userId="0ecc27ba-3bee-4181-b72b-dc6e5111cf84" providerId="ADAL" clId="{F416451F-DA67-B344-A25D-93ADFF9EF0D5}" dt="2023-10-03T10:51:17.736" v="415" actId="20577"/>
        <pc:sldMkLst>
          <pc:docMk/>
          <pc:sldMk cId="2241539318" sldId="258"/>
        </pc:sldMkLst>
        <pc:spChg chg="mod">
          <ac:chgData name="Pike-Burke, Ciara M" userId="0ecc27ba-3bee-4181-b72b-dc6e5111cf84" providerId="ADAL" clId="{F416451F-DA67-B344-A25D-93ADFF9EF0D5}" dt="2023-10-03T10:51:17.736" v="415" actId="20577"/>
          <ac:spMkLst>
            <pc:docMk/>
            <pc:sldMk cId="2241539318" sldId="258"/>
            <ac:spMk id="3" creationId="{4D0BB636-7EA9-2964-C41C-8A7F4963E187}"/>
          </ac:spMkLst>
        </pc:spChg>
      </pc:sldChg>
      <pc:sldChg chg="modSp new mod">
        <pc:chgData name="Pike-Burke, Ciara M" userId="0ecc27ba-3bee-4181-b72b-dc6e5111cf84" providerId="ADAL" clId="{F416451F-DA67-B344-A25D-93ADFF9EF0D5}" dt="2023-10-03T12:09:09.882" v="461" actId="27636"/>
        <pc:sldMkLst>
          <pc:docMk/>
          <pc:sldMk cId="1587131436" sldId="259"/>
        </pc:sldMkLst>
        <pc:spChg chg="mod">
          <ac:chgData name="Pike-Burke, Ciara M" userId="0ecc27ba-3bee-4181-b72b-dc6e5111cf84" providerId="ADAL" clId="{F416451F-DA67-B344-A25D-93ADFF9EF0D5}" dt="2023-10-03T10:39:29.171" v="44" actId="20577"/>
          <ac:spMkLst>
            <pc:docMk/>
            <pc:sldMk cId="1587131436" sldId="259"/>
            <ac:spMk id="2" creationId="{6DF7226D-2AB4-A732-5D47-A5D49E3F5C8F}"/>
          </ac:spMkLst>
        </pc:spChg>
        <pc:spChg chg="mod">
          <ac:chgData name="Pike-Burke, Ciara M" userId="0ecc27ba-3bee-4181-b72b-dc6e5111cf84" providerId="ADAL" clId="{F416451F-DA67-B344-A25D-93ADFF9EF0D5}" dt="2023-10-03T12:09:09.882" v="461" actId="27636"/>
          <ac:spMkLst>
            <pc:docMk/>
            <pc:sldMk cId="1587131436" sldId="259"/>
            <ac:spMk id="3" creationId="{4FF65B71-F1E4-4F3C-6ADD-ED627A7E0A07}"/>
          </ac:spMkLst>
        </pc:spChg>
      </pc:sldChg>
      <pc:sldChg chg="modSp new mod modAnim">
        <pc:chgData name="Pike-Burke, Ciara M" userId="0ecc27ba-3bee-4181-b72b-dc6e5111cf84" providerId="ADAL" clId="{F416451F-DA67-B344-A25D-93ADFF9EF0D5}" dt="2023-10-05T09:28:09.840" v="895"/>
        <pc:sldMkLst>
          <pc:docMk/>
          <pc:sldMk cId="3279960748" sldId="260"/>
        </pc:sldMkLst>
        <pc:spChg chg="mod">
          <ac:chgData name="Pike-Burke, Ciara M" userId="0ecc27ba-3bee-4181-b72b-dc6e5111cf84" providerId="ADAL" clId="{F416451F-DA67-B344-A25D-93ADFF9EF0D5}" dt="2023-10-05T07:26:53.352" v="469" actId="20577"/>
          <ac:spMkLst>
            <pc:docMk/>
            <pc:sldMk cId="3279960748" sldId="260"/>
            <ac:spMk id="2" creationId="{D7317693-0850-E823-D026-78B3604537CF}"/>
          </ac:spMkLst>
        </pc:spChg>
        <pc:spChg chg="mod">
          <ac:chgData name="Pike-Burke, Ciara M" userId="0ecc27ba-3bee-4181-b72b-dc6e5111cf84" providerId="ADAL" clId="{F416451F-DA67-B344-A25D-93ADFF9EF0D5}" dt="2023-10-05T09:28:01.816" v="894" actId="20577"/>
          <ac:spMkLst>
            <pc:docMk/>
            <pc:sldMk cId="3279960748" sldId="260"/>
            <ac:spMk id="3" creationId="{2A22795A-2180-4446-3E2A-B0B511014DF5}"/>
          </ac:spMkLst>
        </pc:spChg>
      </pc:sldChg>
    </pc:docChg>
  </pc:docChgLst>
  <pc:docChgLst>
    <pc:chgData name="Pike-Burke, Ciara M" userId="S::cpikebur@ic.ac.uk::0ecc27ba-3bee-4181-b72b-dc6e5111cf84" providerId="AD" clId="Web-{EBECBDE8-930D-1E7D-988D-9689B231CEDB}"/>
    <pc:docChg chg="modSld">
      <pc:chgData name="Pike-Burke, Ciara M" userId="S::cpikebur@ic.ac.uk::0ecc27ba-3bee-4181-b72b-dc6e5111cf84" providerId="AD" clId="Web-{EBECBDE8-930D-1E7D-988D-9689B231CEDB}" dt="2022-10-07T08:17:24.781" v="62" actId="20577"/>
      <pc:docMkLst>
        <pc:docMk/>
      </pc:docMkLst>
      <pc:sldChg chg="modSp">
        <pc:chgData name="Pike-Burke, Ciara M" userId="S::cpikebur@ic.ac.uk::0ecc27ba-3bee-4181-b72b-dc6e5111cf84" providerId="AD" clId="Web-{EBECBDE8-930D-1E7D-988D-9689B231CEDB}" dt="2022-10-07T08:15:53.028" v="28" actId="20577"/>
        <pc:sldMkLst>
          <pc:docMk/>
          <pc:sldMk cId="2457431624" sldId="257"/>
        </pc:sldMkLst>
        <pc:spChg chg="mod">
          <ac:chgData name="Pike-Burke, Ciara M" userId="S::cpikebur@ic.ac.uk::0ecc27ba-3bee-4181-b72b-dc6e5111cf84" providerId="AD" clId="Web-{EBECBDE8-930D-1E7D-988D-9689B231CEDB}" dt="2022-10-07T08:15:53.028" v="28" actId="20577"/>
          <ac:spMkLst>
            <pc:docMk/>
            <pc:sldMk cId="2457431624" sldId="257"/>
            <ac:spMk id="3" creationId="{ABD7B8C9-604F-36F0-7B9B-4E35A2237EB2}"/>
          </ac:spMkLst>
        </pc:spChg>
      </pc:sldChg>
      <pc:sldChg chg="modSp">
        <pc:chgData name="Pike-Burke, Ciara M" userId="S::cpikebur@ic.ac.uk::0ecc27ba-3bee-4181-b72b-dc6e5111cf84" providerId="AD" clId="Web-{EBECBDE8-930D-1E7D-988D-9689B231CEDB}" dt="2022-10-07T08:17:24.781" v="62" actId="20577"/>
        <pc:sldMkLst>
          <pc:docMk/>
          <pc:sldMk cId="2241539318" sldId="258"/>
        </pc:sldMkLst>
        <pc:spChg chg="mod">
          <ac:chgData name="Pike-Burke, Ciara M" userId="S::cpikebur@ic.ac.uk::0ecc27ba-3bee-4181-b72b-dc6e5111cf84" providerId="AD" clId="Web-{EBECBDE8-930D-1E7D-988D-9689B231CEDB}" dt="2022-10-07T08:17:24.781" v="62" actId="20577"/>
          <ac:spMkLst>
            <pc:docMk/>
            <pc:sldMk cId="2241539318" sldId="258"/>
            <ac:spMk id="3" creationId="{4D0BB636-7EA9-2964-C41C-8A7F4963E187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10/3/23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10/3/23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10/3/23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10/3/23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10/3/23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10/3/23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10/3/23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10/3/23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10/3/23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10/3/23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10/3/23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10/3/23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cs typeface="Calibri Light"/>
              </a:rPr>
              <a:t>MATH50010</a:t>
            </a:r>
            <a:br>
              <a:rPr lang="en-US" dirty="0">
                <a:cs typeface="Calibri Light"/>
              </a:rPr>
            </a:br>
            <a:r>
              <a:rPr lang="en-US" dirty="0">
                <a:cs typeface="Calibri Light"/>
              </a:rPr>
              <a:t>Probability for Statistics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 lnSpcReduction="10000"/>
          </a:bodyPr>
          <a:lstStyle/>
          <a:p>
            <a:endParaRPr lang="en-US" dirty="0">
              <a:cs typeface="Calibri"/>
            </a:endParaRPr>
          </a:p>
          <a:p>
            <a:endParaRPr lang="en-US" dirty="0">
              <a:cs typeface="Calibri"/>
            </a:endParaRPr>
          </a:p>
          <a:p>
            <a:r>
              <a:rPr lang="en-US" dirty="0">
                <a:cs typeface="Calibri"/>
              </a:rPr>
              <a:t>Lecturer: Ciara Pike-Burke</a:t>
            </a:r>
          </a:p>
          <a:p>
            <a:r>
              <a:rPr lang="en-US" dirty="0">
                <a:cs typeface="Calibri"/>
              </a:rPr>
              <a:t>c.pike-burke@imperial.ac.uk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317693-0850-E823-D026-78B3604537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22795A-2180-4446-3E2A-B0B511014D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en-US" i="1" dirty="0"/>
              <a:t>Essentials of probability theory for further study of statistics.</a:t>
            </a:r>
          </a:p>
          <a:p>
            <a:pPr marL="0" indent="0" algn="ctr">
              <a:buNone/>
            </a:pPr>
            <a:r>
              <a:rPr lang="en-US" i="1" dirty="0"/>
              <a:t>Focus on formal probability.</a:t>
            </a:r>
          </a:p>
          <a:p>
            <a:pPr marL="0" indent="0" algn="ctr">
              <a:buNone/>
            </a:pPr>
            <a:endParaRPr lang="en-US" i="1" dirty="0"/>
          </a:p>
          <a:p>
            <a:r>
              <a:rPr lang="en-US" dirty="0"/>
              <a:t>Formal definition of probability spaces &amp; random variables</a:t>
            </a:r>
          </a:p>
          <a:p>
            <a:r>
              <a:rPr lang="en-US" dirty="0"/>
              <a:t>Transformations of random variables</a:t>
            </a:r>
          </a:p>
          <a:p>
            <a:r>
              <a:rPr lang="en-US" dirty="0"/>
              <a:t>Multivariate random variables &amp; order statistics</a:t>
            </a:r>
          </a:p>
          <a:p>
            <a:r>
              <a:rPr lang="en-US" dirty="0"/>
              <a:t>Convergence of random variables</a:t>
            </a:r>
          </a:p>
          <a:p>
            <a:r>
              <a:rPr lang="en-US" dirty="0"/>
              <a:t>Central limit theorem</a:t>
            </a:r>
          </a:p>
          <a:p>
            <a:r>
              <a:rPr lang="en-US" dirty="0"/>
              <a:t>Markov chains</a:t>
            </a:r>
          </a:p>
        </p:txBody>
      </p:sp>
    </p:spTree>
    <p:extLst>
      <p:ext uri="{BB962C8B-B14F-4D97-AF65-F5344CB8AC3E}">
        <p14:creationId xmlns:p14="http://schemas.microsoft.com/office/powerpoint/2010/main" val="32799607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ADBEB8-F750-B3BF-49F0-6E41FCDFB3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Calibri Light"/>
              </a:rPr>
              <a:t>Contact Hours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D7B8C9-604F-36F0-7B9B-4E35A2237E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cs typeface="Calibri"/>
              </a:rPr>
              <a:t>2 x 1h in person lectures every week (Tues midday &amp; Thurs 4pm)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Office hour: </a:t>
            </a:r>
            <a:r>
              <a:rPr lang="en-US" b="1" dirty="0">
                <a:ea typeface="+mn-lt"/>
                <a:cs typeface="+mn-lt"/>
              </a:rPr>
              <a:t>Tuesday 10am Huxley 522</a:t>
            </a:r>
            <a:endParaRPr lang="en-US" b="1" dirty="0">
              <a:cs typeface="Calibri"/>
            </a:endParaRPr>
          </a:p>
          <a:p>
            <a:r>
              <a:rPr lang="en-US" dirty="0">
                <a:cs typeface="Calibri"/>
              </a:rPr>
              <a:t>Problem classes (Mon 11am) in </a:t>
            </a:r>
            <a:r>
              <a:rPr lang="en-US" dirty="0" err="1">
                <a:cs typeface="Calibri"/>
              </a:rPr>
              <a:t>wks</a:t>
            </a:r>
            <a:r>
              <a:rPr lang="en-US" dirty="0">
                <a:cs typeface="Calibri"/>
              </a:rPr>
              <a:t> 3,4,5, 7,8,9,10</a:t>
            </a:r>
          </a:p>
          <a:p>
            <a:pPr lvl="1"/>
            <a:r>
              <a:rPr lang="en-US" dirty="0">
                <a:cs typeface="Calibri"/>
              </a:rPr>
              <a:t>340 – going through problem sheet solutions on board</a:t>
            </a:r>
          </a:p>
          <a:p>
            <a:pPr lvl="1"/>
            <a:r>
              <a:rPr lang="en-US" dirty="0">
                <a:cs typeface="Calibri"/>
              </a:rPr>
              <a:t>341 – working on problem sheets, with staff available to answer questions</a:t>
            </a:r>
          </a:p>
          <a:p>
            <a:pPr lvl="1"/>
            <a:r>
              <a:rPr lang="en-US" dirty="0">
                <a:cs typeface="Calibri"/>
              </a:rPr>
              <a:t>342 – discussion/unseen questions</a:t>
            </a:r>
          </a:p>
          <a:p>
            <a:pPr marL="0" indent="0">
              <a:buNone/>
            </a:pPr>
            <a:endParaRPr lang="en-US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4574316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F7226D-2AB4-A732-5D47-A5D49E3F5C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Learning Materials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F65B71-F1E4-4F3C-6ADD-ED627A7E0A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rmAutofit/>
          </a:bodyPr>
          <a:lstStyle/>
          <a:p>
            <a:r>
              <a:rPr lang="en-US" dirty="0">
                <a:cs typeface="Calibri"/>
              </a:rPr>
              <a:t>Lecture notes on blackboard</a:t>
            </a:r>
          </a:p>
          <a:p>
            <a:r>
              <a:rPr lang="en-US" dirty="0">
                <a:cs typeface="Calibri"/>
              </a:rPr>
              <a:t>Different examples in lectures?</a:t>
            </a:r>
          </a:p>
          <a:p>
            <a:r>
              <a:rPr lang="en-US" dirty="0">
                <a:cs typeface="Calibri"/>
              </a:rPr>
              <a:t>8 problem sheets (last one will not be discussed in problem class but should be attempted)</a:t>
            </a:r>
          </a:p>
          <a:p>
            <a:r>
              <a:rPr lang="en-US" b="1" dirty="0">
                <a:cs typeface="Calibri"/>
              </a:rPr>
              <a:t>R tutorial – self study</a:t>
            </a:r>
            <a:r>
              <a:rPr lang="en-US" dirty="0">
                <a:cs typeface="Calibri"/>
              </a:rPr>
              <a:t> computational tutorials in R (useful for coursework!)</a:t>
            </a:r>
          </a:p>
          <a:p>
            <a:r>
              <a:rPr lang="en-US" dirty="0">
                <a:cs typeface="Calibri"/>
              </a:rPr>
              <a:t>Discussion board: Ed discussion board</a:t>
            </a:r>
          </a:p>
          <a:p>
            <a:pPr lvl="1"/>
            <a:r>
              <a:rPr lang="en-US" dirty="0">
                <a:cs typeface="Calibri"/>
              </a:rPr>
              <a:t>Will be monitored by GTAs – any unresolved questions can be asked during office hours</a:t>
            </a:r>
          </a:p>
          <a:p>
            <a:r>
              <a:rPr lang="en-US" dirty="0">
                <a:cs typeface="Calibri"/>
              </a:rPr>
              <a:t>Announcements on Blackboard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71314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A53785-AC03-1890-EDE7-170808CFDF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Calibri Light"/>
              </a:rPr>
              <a:t>Assessment</a:t>
            </a:r>
            <a:endParaRPr lang="en-US" dirty="0" err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0BB636-7EA9-2964-C41C-8A7F4963E1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cs typeface="Calibri"/>
              </a:rPr>
              <a:t>Midterm (10%)</a:t>
            </a:r>
          </a:p>
          <a:p>
            <a:pPr lvl="1"/>
            <a:r>
              <a:rPr lang="en-US" dirty="0">
                <a:cs typeface="Calibri"/>
              </a:rPr>
              <a:t>In person exam</a:t>
            </a:r>
          </a:p>
          <a:p>
            <a:pPr lvl="1"/>
            <a:r>
              <a:rPr lang="en-US" b="1" dirty="0">
                <a:cs typeface="Calibri"/>
              </a:rPr>
              <a:t>Monday wk7 9-10am</a:t>
            </a:r>
          </a:p>
          <a:p>
            <a:r>
              <a:rPr lang="en-US" dirty="0">
                <a:cs typeface="Calibri"/>
              </a:rPr>
              <a:t>Coursework (10%)</a:t>
            </a:r>
          </a:p>
          <a:p>
            <a:pPr lvl="1"/>
            <a:r>
              <a:rPr lang="en-US" dirty="0">
                <a:cs typeface="Calibri"/>
              </a:rPr>
              <a:t>Computational coursework using R</a:t>
            </a:r>
          </a:p>
          <a:p>
            <a:pPr lvl="1"/>
            <a:r>
              <a:rPr lang="en-US" dirty="0">
                <a:cs typeface="Calibri"/>
              </a:rPr>
              <a:t>Released </a:t>
            </a:r>
            <a:r>
              <a:rPr lang="en-US" b="1" dirty="0">
                <a:cs typeface="Calibri"/>
              </a:rPr>
              <a:t>wk9 Tuesday 1pm </a:t>
            </a:r>
            <a:r>
              <a:rPr lang="en-US" dirty="0">
                <a:cs typeface="Calibri"/>
              </a:rPr>
              <a:t>– due </a:t>
            </a:r>
            <a:r>
              <a:rPr lang="en-US" b="1" dirty="0">
                <a:cs typeface="Calibri"/>
              </a:rPr>
              <a:t>wk10 Friday 1pm </a:t>
            </a:r>
            <a:r>
              <a:rPr lang="en-US" dirty="0">
                <a:cs typeface="Calibri"/>
              </a:rPr>
              <a:t>(provisional)</a:t>
            </a:r>
          </a:p>
          <a:p>
            <a:r>
              <a:rPr lang="en-US" dirty="0">
                <a:cs typeface="Calibri"/>
              </a:rPr>
              <a:t>Final exam (80%)</a:t>
            </a:r>
          </a:p>
        </p:txBody>
      </p:sp>
    </p:spTree>
    <p:extLst>
      <p:ext uri="{BB962C8B-B14F-4D97-AF65-F5344CB8AC3E}">
        <p14:creationId xmlns:p14="http://schemas.microsoft.com/office/powerpoint/2010/main" val="22415393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2809</TotalTime>
  <Words>227</Words>
  <Application>Microsoft Macintosh PowerPoint</Application>
  <PresentationFormat>Widescreen</PresentationFormat>
  <Paragraphs>38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MATH50010 Probability for Statistics</vt:lpstr>
      <vt:lpstr>Content</vt:lpstr>
      <vt:lpstr>Contact Hours</vt:lpstr>
      <vt:lpstr>Learning Materials</vt:lpstr>
      <vt:lpstr>Assessment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Pike-Burke, Ciara M</cp:lastModifiedBy>
  <cp:revision>116</cp:revision>
  <dcterms:created xsi:type="dcterms:W3CDTF">2022-09-26T08:32:37Z</dcterms:created>
  <dcterms:modified xsi:type="dcterms:W3CDTF">2023-10-05T09:28:18Z</dcterms:modified>
</cp:coreProperties>
</file>